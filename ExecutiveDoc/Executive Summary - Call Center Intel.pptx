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handoutMasterIdLst>
    <p:handoutMasterId r:id="rId4"/>
  </p:handoutMasterIdLst>
  <p:sldIdLst>
    <p:sldId id="2147474087"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28" userDrawn="1">
          <p15:clr>
            <a:srgbClr val="A4A3A4"/>
          </p15:clr>
        </p15:guide>
        <p15:guide id="5" pos="3840" userDrawn="1">
          <p15:clr>
            <a:srgbClr val="A4A3A4"/>
          </p15:clr>
        </p15:guide>
        <p15:guide id="6" pos="7392" userDrawn="1">
          <p15:clr>
            <a:srgbClr val="A4A3A4"/>
          </p15:clr>
        </p15:guide>
        <p15:guide id="7" pos="288" userDrawn="1">
          <p15:clr>
            <a:srgbClr val="A4A3A4"/>
          </p15:clr>
        </p15:guide>
        <p15:guide id="8" pos="216" userDrawn="1">
          <p15:clr>
            <a:srgbClr val="A4A3A4"/>
          </p15:clr>
        </p15:guide>
        <p15:guide id="9"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4E0B"/>
    <a:srgbClr val="004EFF"/>
    <a:srgbClr val="E5EDFF"/>
    <a:srgbClr val="C0D2FF"/>
    <a:srgbClr val="83A8FF"/>
    <a:srgbClr val="407AFF"/>
    <a:srgbClr val="000000"/>
    <a:srgbClr val="424242"/>
    <a:srgbClr val="FF40FF"/>
    <a:srgbClr val="FFB3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3792" autoAdjust="0"/>
  </p:normalViewPr>
  <p:slideViewPr>
    <p:cSldViewPr snapToGrid="0" snapToObjects="1">
      <p:cViewPr varScale="1">
        <p:scale>
          <a:sx n="92" d="100"/>
          <a:sy n="92" d="100"/>
        </p:scale>
        <p:origin x="259" y="82"/>
      </p:cViewPr>
      <p:guideLst>
        <p:guide orient="horz" pos="4128"/>
        <p:guide pos="3840"/>
        <p:guide pos="7392"/>
        <p:guide pos="288"/>
        <p:guide pos="216"/>
        <p:guide orient="horz" pos="2160"/>
      </p:guideLst>
    </p:cSldViewPr>
  </p:slideViewPr>
  <p:notesTextViewPr>
    <p:cViewPr>
      <p:scale>
        <a:sx n="1" d="1"/>
        <a:sy n="1" d="1"/>
      </p:scale>
      <p:origin x="0" y="0"/>
    </p:cViewPr>
  </p:notesTextViewPr>
  <p:sorterViewPr>
    <p:cViewPr>
      <p:scale>
        <a:sx n="86" d="100"/>
        <a:sy n="86" d="100"/>
      </p:scale>
      <p:origin x="0" y="0"/>
    </p:cViewPr>
  </p:sorterViewPr>
  <p:notesViewPr>
    <p:cSldViewPr snapToGrid="0" snapToObjects="1">
      <p:cViewPr varScale="1">
        <p:scale>
          <a:sx n="80" d="100"/>
          <a:sy n="80" d="100"/>
        </p:scale>
        <p:origin x="3066" y="10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ak Chopra" userId="ae75b830-3825-4053-b001-31c1e484de6e" providerId="ADAL" clId="{07E23E91-0C82-4FE9-B4F0-00D6CE322762}"/>
    <pc:docChg chg="modSld">
      <pc:chgData name="Vinayak Chopra" userId="ae75b830-3825-4053-b001-31c1e484de6e" providerId="ADAL" clId="{07E23E91-0C82-4FE9-B4F0-00D6CE322762}" dt="2026-08-12T13:42:36.324" v="19" actId="20577"/>
      <pc:docMkLst>
        <pc:docMk/>
      </pc:docMkLst>
      <pc:sldChg chg="modSp mod">
        <pc:chgData name="Vinayak Chopra" userId="ae75b830-3825-4053-b001-31c1e484de6e" providerId="ADAL" clId="{07E23E91-0C82-4FE9-B4F0-00D6CE322762}" dt="2026-08-12T13:42:36.324" v="19" actId="20577"/>
        <pc:sldMkLst>
          <pc:docMk/>
          <pc:sldMk cId="2900283342" sldId="2147474087"/>
        </pc:sldMkLst>
        <pc:spChg chg="mod">
          <ac:chgData name="Vinayak Chopra" userId="ae75b830-3825-4053-b001-31c1e484de6e" providerId="ADAL" clId="{07E23E91-0C82-4FE9-B4F0-00D6CE322762}" dt="2026-08-12T13:42:36.324" v="19" actId="20577"/>
          <ac:spMkLst>
            <pc:docMk/>
            <pc:sldMk cId="2900283342" sldId="2147474087"/>
            <ac:spMk id="4" creationId="{55A20902-D558-3616-7D89-C7810B01F28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561233-45DC-0946-2455-02C93F71AD3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48A0130-1F16-3354-5317-EAAD29FFB5D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D917C0-D42B-47D1-A861-215602EF8B73}" type="datetimeFigureOut">
              <a:rPr lang="en-US" smtClean="0"/>
              <a:t>8/12/2026</a:t>
            </a:fld>
            <a:endParaRPr lang="en-US"/>
          </a:p>
        </p:txBody>
      </p:sp>
      <p:sp>
        <p:nvSpPr>
          <p:cNvPr id="4" name="Footer Placeholder 3">
            <a:extLst>
              <a:ext uri="{FF2B5EF4-FFF2-40B4-BE49-F238E27FC236}">
                <a16:creationId xmlns:a16="http://schemas.microsoft.com/office/drawing/2014/main" id="{EA8E4F27-4BF2-3909-3638-05880831A7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7B71824-2436-611A-E077-B0450E3664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1FE844-F6AC-4291-8AAC-EA332323428F}" type="slidenum">
              <a:rPr lang="en-US" smtClean="0"/>
              <a:t>‹#›</a:t>
            </a:fld>
            <a:endParaRPr lang="en-US"/>
          </a:p>
        </p:txBody>
      </p:sp>
    </p:spTree>
    <p:extLst>
      <p:ext uri="{BB962C8B-B14F-4D97-AF65-F5344CB8AC3E}">
        <p14:creationId xmlns:p14="http://schemas.microsoft.com/office/powerpoint/2010/main" val="611082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4D9FB6-F063-5E4C-8E15-DE2BAD5FDB90}"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941F17-4160-ED44-996C-2E44614DC808}" type="slidenum">
              <a:rPr lang="en-US" smtClean="0"/>
              <a:t>‹#›</a:t>
            </a:fld>
            <a:endParaRPr lang="en-US"/>
          </a:p>
        </p:txBody>
      </p:sp>
    </p:spTree>
    <p:extLst>
      <p:ext uri="{BB962C8B-B14F-4D97-AF65-F5344CB8AC3E}">
        <p14:creationId xmlns:p14="http://schemas.microsoft.com/office/powerpoint/2010/main" val="330927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Logo Orang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21" y="89262"/>
            <a:ext cx="10490758" cy="6679475"/>
          </a:xfrm>
          <a:prstGeom prst="rect">
            <a:avLst/>
          </a:prstGeom>
        </p:spPr>
      </p:pic>
    </p:spTree>
    <p:extLst>
      <p:ext uri="{BB962C8B-B14F-4D97-AF65-F5344CB8AC3E}">
        <p14:creationId xmlns:p14="http://schemas.microsoft.com/office/powerpoint/2010/main" val="97455533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ogo Whit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9EBB55-289A-DA4A-A0D3-EAD7AEF5765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50621" y="89262"/>
            <a:ext cx="10490758" cy="6679474"/>
          </a:xfrm>
          <a:prstGeom prst="rect">
            <a:avLst/>
          </a:prstGeom>
        </p:spPr>
      </p:pic>
    </p:spTree>
    <p:extLst>
      <p:ext uri="{BB962C8B-B14F-4D97-AF65-F5344CB8AC3E}">
        <p14:creationId xmlns:p14="http://schemas.microsoft.com/office/powerpoint/2010/main" val="112244762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title oran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lstStyle>
            <a:lvl1pPr algn="l">
              <a:lnSpc>
                <a:spcPct val="80000"/>
              </a:lnSpc>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rmAutofit/>
          </a:bodyPr>
          <a:lstStyle>
            <a:lvl1pPr marL="0" indent="0" algn="l">
              <a:spcBef>
                <a:spcPts val="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378841678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Logo&#10;&#10;Description automatically generated">
            <a:extLst>
              <a:ext uri="{FF2B5EF4-FFF2-40B4-BE49-F238E27FC236}">
                <a16:creationId xmlns:a16="http://schemas.microsoft.com/office/drawing/2014/main" id="{55FCFE5F-EACE-DF4E-98EB-EB028DF66F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59193" y="6132957"/>
            <a:ext cx="990600" cy="635000"/>
          </a:xfrm>
          <a:prstGeom prst="rect">
            <a:avLst/>
          </a:prstGeom>
        </p:spPr>
      </p:pic>
    </p:spTree>
    <p:extLst>
      <p:ext uri="{BB962C8B-B14F-4D97-AF65-F5344CB8AC3E}">
        <p14:creationId xmlns:p14="http://schemas.microsoft.com/office/powerpoint/2010/main" val="230833486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title whit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Text Placeholder 7">
            <a:extLst>
              <a:ext uri="{FF2B5EF4-FFF2-40B4-BE49-F238E27FC236}">
                <a16:creationId xmlns:a16="http://schemas.microsoft.com/office/drawing/2014/main" id="{A507E633-4606-0F5C-1C47-2E2296BF6013}"/>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4044465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title arrow window">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3048" y="0"/>
            <a:ext cx="12192000" cy="6858000"/>
          </a:xfrm>
          <a:solidFill>
            <a:schemeClr val="accent6"/>
          </a:solidFill>
        </p:spPr>
        <p:txBody>
          <a:bodyPr tIns="1188720" rIns="914400"/>
          <a:lstStyle>
            <a:lvl1pPr marL="0" indent="0" algn="r">
              <a:buNone/>
              <a:defRPr/>
            </a:lvl1pPr>
          </a:lstStyle>
          <a:p>
            <a:r>
              <a:rPr lang="en-US" dirty="0"/>
              <a:t>Insert Picture</a:t>
            </a:r>
            <a:br>
              <a:rPr lang="en-US" dirty="0"/>
            </a:br>
            <a:r>
              <a:rPr lang="en-US" dirty="0"/>
              <a:t>and send to back</a:t>
            </a:r>
          </a:p>
        </p:txBody>
      </p:sp>
      <p:sp>
        <p:nvSpPr>
          <p:cNvPr id="12" name="Text Placeholder 11">
            <a:extLst>
              <a:ext uri="{FF2B5EF4-FFF2-40B4-BE49-F238E27FC236}">
                <a16:creationId xmlns:a16="http://schemas.microsoft.com/office/drawing/2014/main" id="{67CD8347-12EC-7004-68FD-F0EB1360FD8F}"/>
              </a:ext>
            </a:extLst>
          </p:cNvPr>
          <p:cNvSpPr>
            <a:spLocks noGrp="1"/>
          </p:cNvSpPr>
          <p:nvPr>
            <p:ph type="body" sz="quarter" idx="12"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FontTx/>
              <a:buNone/>
              <a:defRPr/>
            </a:lvl1pPr>
          </a:lstStyle>
          <a:p>
            <a:pPr lvl="0"/>
            <a:r>
              <a:rPr lang="en-US" dirty="0"/>
              <a:t> </a:t>
            </a:r>
          </a:p>
        </p:txBody>
      </p:sp>
      <p:sp>
        <p:nvSpPr>
          <p:cNvPr id="2" name="Title 1"/>
          <p:cNvSpPr>
            <a:spLocks noGrp="1"/>
          </p:cNvSpPr>
          <p:nvPr>
            <p:ph type="ctrTitle"/>
          </p:nvPr>
        </p:nvSpPr>
        <p:spPr>
          <a:xfrm>
            <a:off x="2752627" y="457200"/>
            <a:ext cx="5637229"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752627" y="4027501"/>
            <a:ext cx="5637229" cy="936385"/>
          </a:xfrm>
        </p:spPr>
        <p:txBody>
          <a:bodyPr>
            <a:noAutofit/>
          </a:bodyPr>
          <a:lstStyle>
            <a:lvl1pPr marL="0" indent="0" algn="l">
              <a:spcBef>
                <a:spcPts val="0"/>
              </a:spcBef>
              <a:buNone/>
              <a:defRPr sz="2000">
                <a:solidFill>
                  <a:schemeClr val="accent3"/>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87C4AD12-4ACC-C840-8312-C7E5355E4FF9}"/>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966650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title orange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67CE129-0A95-7543-B57A-C882E04A3467}"/>
              </a:ext>
            </a:extLst>
          </p:cNvPr>
          <p:cNvSpPr>
            <a:spLocks noGrp="1"/>
          </p:cNvSpPr>
          <p:nvPr>
            <p:ph type="pic" sz="quarter" idx="10" hasCustomPrompt="1"/>
          </p:nvPr>
        </p:nvSpPr>
        <p:spPr>
          <a:xfrm>
            <a:off x="0" y="0"/>
            <a:ext cx="12192000" cy="6858000"/>
          </a:xfrm>
          <a:solidFill>
            <a:schemeClr val="accent6"/>
          </a:solidFill>
        </p:spPr>
        <p:txBody>
          <a:bodyPr tIns="1188720"/>
          <a:lstStyle>
            <a:lvl1pPr marL="0" indent="0" algn="ctr">
              <a:buNone/>
              <a:defRPr/>
            </a:lvl1pPr>
          </a:lstStyle>
          <a:p>
            <a:r>
              <a:rPr lang="en-US" dirty="0"/>
              <a:t>Insert Picture</a:t>
            </a:r>
          </a:p>
        </p:txBody>
      </p:sp>
      <p:sp>
        <p:nvSpPr>
          <p:cNvPr id="2" name="Title 1"/>
          <p:cNvSpPr>
            <a:spLocks noGrp="1"/>
          </p:cNvSpPr>
          <p:nvPr>
            <p:ph type="ctrTitle"/>
          </p:nvPr>
        </p:nvSpPr>
        <p:spPr>
          <a:xfrm>
            <a:off x="457200" y="457200"/>
            <a:ext cx="11277600" cy="3413547"/>
          </a:xfrm>
        </p:spPr>
        <p:txBody>
          <a:bodyPr anchor="b">
            <a:noAutofit/>
          </a:bodyPr>
          <a:lstStyle>
            <a:lvl1pPr algn="l">
              <a:lnSpc>
                <a:spcPct val="80000"/>
              </a:lnSpc>
              <a:defRPr sz="60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4027501"/>
            <a:ext cx="11277599" cy="936385"/>
          </a:xfrm>
        </p:spPr>
        <p:txBody>
          <a:bodyPr>
            <a:noAutofit/>
          </a:bodyPr>
          <a:lstStyle>
            <a:lvl1pPr marL="0" indent="0" algn="l">
              <a:spcBef>
                <a:spcPts val="0"/>
              </a:spcBef>
              <a:buNone/>
              <a:defRPr sz="1800">
                <a:solidFill>
                  <a:schemeClr val="accent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Text Placeholder 7">
            <a:extLst>
              <a:ext uri="{FF2B5EF4-FFF2-40B4-BE49-F238E27FC236}">
                <a16:creationId xmlns:a16="http://schemas.microsoft.com/office/drawing/2014/main" id="{051F0EE0-3D9B-E861-B59E-EC60640064C5}"/>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389755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ate blue bkgr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78208728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ight blue bkgrd">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accent3"/>
                </a:solidFill>
              </a:defRPr>
            </a:lvl1pPr>
          </a:lstStyle>
          <a:p>
            <a:r>
              <a:rPr lang="en-US"/>
              <a:t>Click to edit Master title style</a:t>
            </a:r>
            <a:endParaRPr lang="en-US" dirty="0"/>
          </a:p>
        </p:txBody>
      </p:sp>
      <p:grpSp>
        <p:nvGrpSpPr>
          <p:cNvPr id="5" name="Group 4">
            <a:extLst>
              <a:ext uri="{FF2B5EF4-FFF2-40B4-BE49-F238E27FC236}">
                <a16:creationId xmlns:a16="http://schemas.microsoft.com/office/drawing/2014/main" id="{B5E7F613-476C-024A-86BD-E0B81985C92A}"/>
              </a:ext>
            </a:extLst>
          </p:cNvPr>
          <p:cNvGrpSpPr/>
          <p:nvPr userDrawn="1"/>
        </p:nvGrpSpPr>
        <p:grpSpPr>
          <a:xfrm>
            <a:off x="1466513" y="1697519"/>
            <a:ext cx="4045461" cy="3447288"/>
            <a:chOff x="4060628" y="1718294"/>
            <a:chExt cx="4045461" cy="3443084"/>
          </a:xfrm>
          <a:solidFill>
            <a:schemeClr val="bg2"/>
          </a:solidFill>
        </p:grpSpPr>
        <p:sp>
          <p:nvSpPr>
            <p:cNvPr id="6" name="Triangle 5">
              <a:extLst>
                <a:ext uri="{FF2B5EF4-FFF2-40B4-BE49-F238E27FC236}">
                  <a16:creationId xmlns:a16="http://schemas.microsoft.com/office/drawing/2014/main" id="{76811C46-10E6-0040-9FB9-B4A9F7A806AC}"/>
                </a:ext>
              </a:extLst>
            </p:cNvPr>
            <p:cNvSpPr/>
            <p:nvPr/>
          </p:nvSpPr>
          <p:spPr>
            <a:xfrm rot="5400000">
              <a:off x="2914378"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79E34A4-86AB-F648-9081-3953BAB39BF1}"/>
                </a:ext>
              </a:extLst>
            </p:cNvPr>
            <p:cNvSpPr/>
            <p:nvPr/>
          </p:nvSpPr>
          <p:spPr>
            <a:xfrm rot="5400000">
              <a:off x="4361816"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E64D4B64-C054-2C4D-8E11-6C03338EEA96}"/>
                </a:ext>
              </a:extLst>
            </p:cNvPr>
            <p:cNvSpPr/>
            <p:nvPr/>
          </p:nvSpPr>
          <p:spPr>
            <a:xfrm rot="5400000">
              <a:off x="5809255" y="2864544"/>
              <a:ext cx="3443084" cy="115058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 Placeholder 7">
            <a:extLst>
              <a:ext uri="{FF2B5EF4-FFF2-40B4-BE49-F238E27FC236}">
                <a16:creationId xmlns:a16="http://schemas.microsoft.com/office/drawing/2014/main" id="{21022AB0-A6DF-42F4-2FD1-C8A66FD65C79}"/>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3102934108"/>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triangle slate blue">
    <p:bg>
      <p:bgPr>
        <a:solidFill>
          <a:schemeClr val="accent1"/>
        </a:solidFill>
        <a:effectLst/>
      </p:bgPr>
    </p:bg>
    <p:spTree>
      <p:nvGrpSpPr>
        <p:cNvPr id="1" name=""/>
        <p:cNvGrpSpPr/>
        <p:nvPr/>
      </p:nvGrpSpPr>
      <p:grpSpPr>
        <a:xfrm>
          <a:off x="0" y="0"/>
          <a:ext cx="0" cy="0"/>
          <a:chOff x="0" y="0"/>
          <a:chExt cx="0" cy="0"/>
        </a:xfrm>
      </p:grpSpPr>
      <p:sp>
        <p:nvSpPr>
          <p:cNvPr id="3" name="Triangle 6">
            <a:extLst>
              <a:ext uri="{FF2B5EF4-FFF2-40B4-BE49-F238E27FC236}">
                <a16:creationId xmlns:a16="http://schemas.microsoft.com/office/drawing/2014/main" id="{931308C3-C86F-8439-79F6-BF2D0C1E6F6F}"/>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Tree>
    <p:extLst>
      <p:ext uri="{BB962C8B-B14F-4D97-AF65-F5344CB8AC3E}">
        <p14:creationId xmlns:p14="http://schemas.microsoft.com/office/powerpoint/2010/main" val="1154065436"/>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riangle light blu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bg2"/>
                </a:solidFill>
              </a:defRPr>
            </a:lvl1pPr>
          </a:lstStyle>
          <a:p>
            <a:r>
              <a:rPr lang="en-US"/>
              <a:t>Click to edit Master title style</a:t>
            </a:r>
            <a:endParaRPr lang="en-US" dirty="0"/>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4" name="Triangle 6">
            <a:extLst>
              <a:ext uri="{FF2B5EF4-FFF2-40B4-BE49-F238E27FC236}">
                <a16:creationId xmlns:a16="http://schemas.microsoft.com/office/drawing/2014/main" id="{4766D99B-C9CC-1DAD-1E54-88F872622439}"/>
              </a:ext>
            </a:extLst>
          </p:cNvPr>
          <p:cNvSpPr>
            <a:spLocks noChangeAspect="1"/>
          </p:cNvSpPr>
          <p:nvPr userDrawn="1"/>
        </p:nvSpPr>
        <p:spPr>
          <a:xfrm>
            <a:off x="1041123" y="1864380"/>
            <a:ext cx="4572001" cy="3152731"/>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0190957"/>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93EB44E-E9F3-8842-B537-69D4B697C4AC}"/>
              </a:ext>
            </a:extLst>
          </p:cNvPr>
          <p:cNvSpPr>
            <a:spLocks noGrp="1"/>
          </p:cNvSpPr>
          <p:nvPr>
            <p:ph type="pic" sz="quarter" idx="12" hasCustomPrompt="1"/>
          </p:nvPr>
        </p:nvSpPr>
        <p:spPr>
          <a:xfrm>
            <a:off x="0" y="0"/>
            <a:ext cx="12192000" cy="6858000"/>
          </a:xfrm>
        </p:spPr>
        <p:txBody>
          <a:bodyPr tIns="1097280"/>
          <a:lstStyle>
            <a:lvl1pPr marL="0" indent="0" algn="ctr">
              <a:buNone/>
              <a:defRPr/>
            </a:lvl1pPr>
          </a:lstStyle>
          <a:p>
            <a:r>
              <a:rPr lang="en-US" dirty="0"/>
              <a:t>Insert Picture</a:t>
            </a:r>
            <a:br>
              <a:rPr lang="en-US" dirty="0"/>
            </a:br>
            <a:r>
              <a:rPr lang="en-US" dirty="0"/>
              <a:t>then send to back</a:t>
            </a:r>
          </a:p>
        </p:txBody>
      </p:sp>
      <p:sp>
        <p:nvSpPr>
          <p:cNvPr id="2" name="Title 1"/>
          <p:cNvSpPr>
            <a:spLocks noGrp="1"/>
          </p:cNvSpPr>
          <p:nvPr>
            <p:ph type="ctrTitle"/>
          </p:nvPr>
        </p:nvSpPr>
        <p:spPr>
          <a:xfrm>
            <a:off x="6679096" y="1705356"/>
            <a:ext cx="5055704" cy="3447288"/>
          </a:xfrm>
        </p:spPr>
        <p:txBody>
          <a:bodyPr anchor="ctr" anchorCtr="0">
            <a:noAutofit/>
          </a:bodyPr>
          <a:lstStyle>
            <a:lvl1pPr algn="l">
              <a:lnSpc>
                <a:spcPct val="80000"/>
              </a:lnSpc>
              <a:defRPr sz="48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5" name="Text Placeholder 7">
            <a:extLst>
              <a:ext uri="{FF2B5EF4-FFF2-40B4-BE49-F238E27FC236}">
                <a16:creationId xmlns:a16="http://schemas.microsoft.com/office/drawing/2014/main" id="{64E7516A-EF6D-1A45-8147-27BA6599CE8D}"/>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1574595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triangle window photo">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68FB34F-AFB3-FB22-6CF1-6C96D239CF45}"/>
              </a:ext>
            </a:extLst>
          </p:cNvPr>
          <p:cNvSpPr>
            <a:spLocks noGrp="1"/>
          </p:cNvSpPr>
          <p:nvPr>
            <p:ph type="body" sz="quarter" idx="13" hasCustomPrompt="1"/>
          </p:nvPr>
        </p:nvSpPr>
        <p:spPr>
          <a:xfrm>
            <a:off x="0" y="0"/>
            <a:ext cx="12188952" cy="6858000"/>
          </a:xfrm>
          <a:blipFill dpi="0" rotWithShape="1">
            <a:blip r:embed="rId2">
              <a:extLst>
                <a:ext uri="{28A0092B-C50C-407E-A947-70E740481C1C}">
                  <a14:useLocalDpi xmlns:a14="http://schemas.microsoft.com/office/drawing/2010/main" val="0"/>
                </a:ext>
              </a:extLst>
            </a:blip>
            <a:srcRect/>
            <a:stretch>
              <a:fillRect/>
            </a:stretch>
          </a:blipFill>
        </p:spPr>
        <p:txBody>
          <a:bodyPr/>
          <a:lstStyle>
            <a:lvl1pPr marL="0" indent="0">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 </a:t>
            </a:r>
          </a:p>
        </p:txBody>
      </p:sp>
      <p:sp>
        <p:nvSpPr>
          <p:cNvPr id="13" name="Picture Placeholder 12">
            <a:extLst>
              <a:ext uri="{FF2B5EF4-FFF2-40B4-BE49-F238E27FC236}">
                <a16:creationId xmlns:a16="http://schemas.microsoft.com/office/drawing/2014/main" id="{22DD5020-0712-DF29-4789-07AE704465D4}"/>
              </a:ext>
            </a:extLst>
          </p:cNvPr>
          <p:cNvSpPr>
            <a:spLocks noGrp="1"/>
          </p:cNvSpPr>
          <p:nvPr>
            <p:ph type="pic" sz="quarter" idx="12"/>
          </p:nvPr>
        </p:nvSpPr>
        <p:spPr>
          <a:xfrm>
            <a:off x="0" y="0"/>
            <a:ext cx="12188952" cy="6858000"/>
          </a:xfrm>
        </p:spPr>
        <p:txBody>
          <a:bodyPr/>
          <a:lstStyle>
            <a:lvl1pPr marL="0" indent="0" algn="ctr">
              <a:buNone/>
              <a:defRPr>
                <a:solidFill>
                  <a:schemeClr val="accent3"/>
                </a:solidFill>
              </a:defRPr>
            </a:lvl1pPr>
          </a:lstStyle>
          <a:p>
            <a:r>
              <a:rPr lang="en-US"/>
              <a:t>Click icon to add picture</a:t>
            </a:r>
            <a:endParaRPr lang="en-US" dirty="0"/>
          </a:p>
        </p:txBody>
      </p:sp>
      <p:sp>
        <p:nvSpPr>
          <p:cNvPr id="2" name="Title 1"/>
          <p:cNvSpPr>
            <a:spLocks noGrp="1"/>
          </p:cNvSpPr>
          <p:nvPr>
            <p:ph type="ctrTitle"/>
          </p:nvPr>
        </p:nvSpPr>
        <p:spPr>
          <a:xfrm>
            <a:off x="8097625" y="696688"/>
            <a:ext cx="3912124" cy="3447288"/>
          </a:xfrm>
        </p:spPr>
        <p:txBody>
          <a:bodyPr anchor="ctr" anchorCtr="0">
            <a:noAutofit/>
          </a:bodyPr>
          <a:lstStyle>
            <a:lvl1pPr algn="l">
              <a:lnSpc>
                <a:spcPct val="80000"/>
              </a:lnSpc>
              <a:defRPr sz="4000">
                <a:solidFill>
                  <a:schemeClr val="bg2"/>
                </a:solidFill>
              </a:defRPr>
            </a:lvl1pPr>
          </a:lstStyle>
          <a:p>
            <a:r>
              <a:rPr lang="en-US"/>
              <a:t>Click to edit Master title style</a:t>
            </a:r>
            <a:endParaRPr lang="en-US" dirty="0"/>
          </a:p>
        </p:txBody>
      </p:sp>
      <p:sp>
        <p:nvSpPr>
          <p:cNvPr id="3" name="Text Placeholder 7">
            <a:extLst>
              <a:ext uri="{FF2B5EF4-FFF2-40B4-BE49-F238E27FC236}">
                <a16:creationId xmlns:a16="http://schemas.microsoft.com/office/drawing/2014/main" id="{AF3ADCCC-FA43-7DCA-36DD-741C471925AA}"/>
              </a:ext>
            </a:extLst>
          </p:cNvPr>
          <p:cNvSpPr>
            <a:spLocks noGrp="1"/>
          </p:cNvSpPr>
          <p:nvPr>
            <p:ph type="body" sz="quarter" idx="11" hasCustomPrompt="1"/>
          </p:nvPr>
        </p:nvSpPr>
        <p:spPr>
          <a:xfrm>
            <a:off x="10956018" y="6132957"/>
            <a:ext cx="987552" cy="630936"/>
          </a:xfrm>
          <a:blipFill>
            <a:blip r:embed="rId3"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Tree>
    <p:extLst>
      <p:ext uri="{BB962C8B-B14F-4D97-AF65-F5344CB8AC3E}">
        <p14:creationId xmlns:p14="http://schemas.microsoft.com/office/powerpoint/2010/main" val="2944141090"/>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420992"/>
            <a:ext cx="11249320"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267714359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558199"/>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1" y="1636226"/>
            <a:ext cx="11249320" cy="4344320"/>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Text Placeholder 3">
            <a:extLst>
              <a:ext uri="{FF2B5EF4-FFF2-40B4-BE49-F238E27FC236}">
                <a16:creationId xmlns:a16="http://schemas.microsoft.com/office/drawing/2014/main" id="{CC51CF4F-FD7D-FD19-6372-B37CB1750868}"/>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64199200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 layout">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1"/>
            <a:ext cx="11277600" cy="672567"/>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420992"/>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420813"/>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39444678"/>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sub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43492"/>
            <a:ext cx="11277600" cy="567626"/>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1" name="Text Placeholder 10">
            <a:extLst>
              <a:ext uri="{FF2B5EF4-FFF2-40B4-BE49-F238E27FC236}">
                <a16:creationId xmlns:a16="http://schemas.microsoft.com/office/drawing/2014/main" id="{4D3AD5E6-66E6-724A-BC5F-73B87795F23D}"/>
              </a:ext>
            </a:extLst>
          </p:cNvPr>
          <p:cNvSpPr>
            <a:spLocks noGrp="1"/>
          </p:cNvSpPr>
          <p:nvPr>
            <p:ph type="body" sz="quarter" idx="14"/>
          </p:nvPr>
        </p:nvSpPr>
        <p:spPr>
          <a:xfrm>
            <a:off x="485482" y="1636226"/>
            <a:ext cx="5077716" cy="4543044"/>
          </a:xfrm>
        </p:spPr>
        <p:txBody>
          <a:bodyPr>
            <a:noAutofit/>
          </a:bodyPr>
          <a:lstStyle>
            <a:lvl1pPr marL="0" indent="0">
              <a:lnSpc>
                <a:spcPct val="100000"/>
              </a:lnSpc>
              <a:spcBef>
                <a:spcPts val="600"/>
              </a:spcBef>
              <a:spcAft>
                <a:spcPts val="600"/>
              </a:spcAft>
              <a:buFontTx/>
              <a:buNone/>
              <a:tabLst/>
              <a:defRPr sz="2000">
                <a:solidFill>
                  <a:schemeClr val="tx1"/>
                </a:solidFill>
                <a:latin typeface="+mn-lt"/>
              </a:defRPr>
            </a:lvl1pPr>
            <a:lvl2pPr marL="227013" indent="-227013">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461963" indent="-234950">
              <a:lnSpc>
                <a:spcPct val="100000"/>
              </a:lnSpc>
              <a:spcBef>
                <a:spcPts val="0"/>
              </a:spcBef>
              <a:spcAft>
                <a:spcPts val="600"/>
              </a:spcAft>
              <a:tabLst/>
              <a:defRPr sz="1600">
                <a:solidFill>
                  <a:schemeClr val="tx1"/>
                </a:solidFill>
                <a:latin typeface="+mj-lt"/>
              </a:defRPr>
            </a:lvl3pPr>
            <a:lvl4pPr marL="687388" indent="-225425">
              <a:lnSpc>
                <a:spcPct val="100000"/>
              </a:lnSpc>
              <a:spcBef>
                <a:spcPts val="0"/>
              </a:spcBef>
              <a:spcAft>
                <a:spcPts val="600"/>
              </a:spcAft>
              <a:tabLst/>
              <a:defRPr sz="1400">
                <a:solidFill>
                  <a:schemeClr val="tx1"/>
                </a:solidFill>
                <a:latin typeface="+mj-lt"/>
              </a:defRPr>
            </a:lvl4pPr>
            <a:lvl5pPr marL="857250" indent="-16986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E40A311A-F8BF-4B10-8541-D51CBF36A96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F5C814BA-DC7B-4EC2-9419-EFE4D4EFB443}"/>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0DF97235-8ACD-EA2A-2D57-3EF3975E30C5}"/>
              </a:ext>
            </a:extLst>
          </p:cNvPr>
          <p:cNvSpPr>
            <a:spLocks noGrp="1"/>
          </p:cNvSpPr>
          <p:nvPr>
            <p:ph type="body" sz="quarter" idx="16"/>
          </p:nvPr>
        </p:nvSpPr>
        <p:spPr>
          <a:xfrm>
            <a:off x="6019016" y="1636226"/>
            <a:ext cx="5104613" cy="4572092"/>
          </a:xfrm>
        </p:spPr>
        <p:txBody>
          <a:bodyPr/>
          <a:lstStyle>
            <a:lvl1pPr marL="0" indent="0">
              <a:lnSpc>
                <a:spcPct val="100000"/>
              </a:lnSpc>
              <a:spcBef>
                <a:spcPts val="600"/>
              </a:spcBef>
              <a:spcAft>
                <a:spcPts val="600"/>
              </a:spcAft>
              <a:buFontTx/>
              <a:buNone/>
              <a:defRPr sz="2000">
                <a:solidFill>
                  <a:schemeClr val="tx1"/>
                </a:solidFill>
                <a:latin typeface="+mn-lt"/>
              </a:defRPr>
            </a:lvl1pPr>
            <a:lvl2pPr marL="515938" indent="-225425">
              <a:lnSpc>
                <a:spcPct val="100000"/>
              </a:lnSpc>
              <a:spcBef>
                <a:spcPts val="0"/>
              </a:spcBef>
              <a:spcAft>
                <a:spcPts val="600"/>
              </a:spcAft>
              <a:buClr>
                <a:schemeClr val="tx2"/>
              </a:buClr>
              <a:buFont typeface="Arial" panose="020B0604020202020204" pitchFamily="34" charset="0"/>
              <a:buChar char="•"/>
              <a:defRPr sz="2000">
                <a:solidFill>
                  <a:schemeClr val="tx1"/>
                </a:solidFill>
              </a:defRPr>
            </a:lvl2pPr>
            <a:lvl3pPr>
              <a:lnSpc>
                <a:spcPct val="100000"/>
              </a:lnSpc>
              <a:spcBef>
                <a:spcPts val="0"/>
              </a:spcBef>
              <a:spcAft>
                <a:spcPts val="600"/>
              </a:spcAft>
              <a:defRPr sz="1600">
                <a:solidFill>
                  <a:schemeClr val="tx1"/>
                </a:solidFill>
              </a:defRPr>
            </a:lvl3pPr>
            <a:lvl4pPr>
              <a:lnSpc>
                <a:spcPct val="100000"/>
              </a:lnSpc>
              <a:spcBef>
                <a:spcPts val="0"/>
              </a:spcBef>
              <a:spcAft>
                <a:spcPts val="600"/>
              </a:spcAft>
              <a:defRPr sz="1400">
                <a:solidFill>
                  <a:schemeClr val="tx1"/>
                </a:solidFill>
              </a:defRPr>
            </a:lvl4pPr>
            <a:lvl5pPr marL="1257300" indent="-157163">
              <a:lnSpc>
                <a:spcPct val="100000"/>
              </a:lnSpc>
              <a:spcBef>
                <a:spcPts val="0"/>
              </a:spcBef>
              <a:spcAft>
                <a:spcPts val="600"/>
              </a:spcAf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3">
            <a:extLst>
              <a:ext uri="{FF2B5EF4-FFF2-40B4-BE49-F238E27FC236}">
                <a16:creationId xmlns:a16="http://schemas.microsoft.com/office/drawing/2014/main" id="{7DC9EA03-FA8F-AD79-F54A-F23726C03305}"/>
              </a:ext>
            </a:extLst>
          </p:cNvPr>
          <p:cNvSpPr>
            <a:spLocks noGrp="1"/>
          </p:cNvSpPr>
          <p:nvPr>
            <p:ph type="body" sz="quarter" idx="15"/>
          </p:nvPr>
        </p:nvSpPr>
        <p:spPr>
          <a:xfrm>
            <a:off x="485481" y="1111117"/>
            <a:ext cx="11249320" cy="245636"/>
          </a:xfrm>
        </p:spPr>
        <p:txBody>
          <a:bodyPr/>
          <a:lstStyle>
            <a:lvl1pPr marL="0" indent="0">
              <a:buFontTx/>
              <a:buNone/>
              <a:defRPr sz="1600" b="1">
                <a:solidFill>
                  <a:schemeClr val="accent3"/>
                </a:solidFill>
                <a:latin typeface="+mn-lt"/>
              </a:defRPr>
            </a:lvl1pPr>
            <a:lvl2pPr marL="290513" indent="0">
              <a:buFontTx/>
              <a:buNone/>
              <a:defRPr sz="1800">
                <a:solidFill>
                  <a:schemeClr val="accent3"/>
                </a:solidFill>
                <a:latin typeface="+mn-lt"/>
              </a:defRPr>
            </a:lvl2pPr>
            <a:lvl3pPr marL="582613" indent="0">
              <a:buFontTx/>
              <a:buNone/>
              <a:defRPr sz="1800">
                <a:solidFill>
                  <a:schemeClr val="accent3"/>
                </a:solidFill>
                <a:latin typeface="+mn-lt"/>
              </a:defRPr>
            </a:lvl3pPr>
            <a:lvl4pPr marL="855663" indent="0">
              <a:buFontTx/>
              <a:buNone/>
              <a:defRPr sz="1800">
                <a:solidFill>
                  <a:schemeClr val="accent3"/>
                </a:solidFill>
                <a:latin typeface="+mn-lt"/>
              </a:defRPr>
            </a:lvl4pPr>
            <a:lvl5pPr marL="1100138" indent="0">
              <a:buFontTx/>
              <a:buNone/>
              <a:defRPr sz="1800">
                <a:solidFill>
                  <a:schemeClr val="accent3"/>
                </a:solidFill>
                <a:latin typeface="+mn-lt"/>
              </a:defRPr>
            </a:lvl5pPr>
          </a:lstStyle>
          <a:p>
            <a:pPr lvl="0"/>
            <a:r>
              <a:rPr lang="en-US"/>
              <a:t>Click to edit Master text styles</a:t>
            </a:r>
          </a:p>
        </p:txBody>
      </p:sp>
    </p:spTree>
    <p:extLst>
      <p:ext uri="{BB962C8B-B14F-4D97-AF65-F5344CB8AC3E}">
        <p14:creationId xmlns:p14="http://schemas.microsoft.com/office/powerpoint/2010/main" val="369300453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der orang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 Placeholder 5">
            <a:extLst>
              <a:ext uri="{FF2B5EF4-FFF2-40B4-BE49-F238E27FC236}">
                <a16:creationId xmlns:a16="http://schemas.microsoft.com/office/drawing/2014/main" id="{F6620FF5-63E7-D7A1-E95E-667A3A5A47A4}"/>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191549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r slate gray">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Text Placeholder 5">
            <a:extLst>
              <a:ext uri="{FF2B5EF4-FFF2-40B4-BE49-F238E27FC236}">
                <a16:creationId xmlns:a16="http://schemas.microsoft.com/office/drawing/2014/main" id="{C8AEF62A-DB20-DFA5-60EF-17E3D0291795}"/>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692357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r midn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bg1"/>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accent3"/>
                </a:solidFill>
                <a:latin typeface="+mn-lt"/>
              </a:defRPr>
            </a:lvl1pPr>
            <a:lvl2pPr marL="460375" indent="-223838">
              <a:lnSpc>
                <a:spcPct val="100000"/>
              </a:lnSpc>
              <a:spcBef>
                <a:spcPts val="0"/>
              </a:spcBef>
              <a:spcAft>
                <a:spcPts val="600"/>
              </a:spcAft>
              <a:buClr>
                <a:schemeClr val="accent3"/>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accent3"/>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3" name="Text Placeholder 5">
            <a:extLst>
              <a:ext uri="{FF2B5EF4-FFF2-40B4-BE49-F238E27FC236}">
                <a16:creationId xmlns:a16="http://schemas.microsoft.com/office/drawing/2014/main" id="{150E4EC5-C9CD-0784-3B8B-14E383CDC869}"/>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bg1"/>
                </a:solidFill>
                <a:latin typeface="+mn-lt"/>
              </a:defRPr>
            </a:lvl1pPr>
            <a:lvl2pPr marL="227013" indent="-227013">
              <a:lnSpc>
                <a:spcPct val="100000"/>
              </a:lnSpc>
              <a:spcAft>
                <a:spcPts val="300"/>
              </a:spcAft>
              <a:buFont typeface="Arial" panose="020B0604020202020204" pitchFamily="34" charset="0"/>
              <a:buChar char="•"/>
              <a:defRPr sz="2000">
                <a:solidFill>
                  <a:schemeClr val="bg1"/>
                </a:solidFill>
              </a:defRPr>
            </a:lvl2pPr>
            <a:lvl3pPr marL="461963" indent="-225425">
              <a:lnSpc>
                <a:spcPct val="100000"/>
              </a:lnSpc>
              <a:spcAft>
                <a:spcPts val="300"/>
              </a:spcAft>
              <a:tabLst/>
              <a:defRPr>
                <a:solidFill>
                  <a:schemeClr val="bg1"/>
                </a:solidFill>
              </a:defRPr>
            </a:lvl3pPr>
            <a:lvl4pPr marL="744538" indent="-225425">
              <a:lnSpc>
                <a:spcPct val="100000"/>
              </a:lnSpc>
              <a:spcAft>
                <a:spcPts val="300"/>
              </a:spcAft>
              <a:tabLst/>
              <a:defRPr>
                <a:solidFill>
                  <a:schemeClr val="bg1"/>
                </a:solidFill>
              </a:defRPr>
            </a:lvl4pPr>
            <a:lvl5pPr marL="971550" indent="-169863">
              <a:lnSpc>
                <a:spcPct val="100000"/>
              </a:lnSpc>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677599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der light blue">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8EADA6C-4309-5F43-BB9C-F8E480357C5F}"/>
              </a:ext>
            </a:extLst>
          </p:cNvPr>
          <p:cNvSpPr/>
          <p:nvPr userDrawn="1"/>
        </p:nvSpPr>
        <p:spPr>
          <a:xfrm>
            <a:off x="0" y="0"/>
            <a:ext cx="443310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2314550"/>
          </a:xfrm>
        </p:spPr>
        <p:txBody>
          <a:bodyPr anchor="t" anchorCtr="0">
            <a:normAutofit/>
          </a:bodyPr>
          <a:lstStyle>
            <a:lvl1pPr algn="l">
              <a:lnSpc>
                <a:spcPct val="80000"/>
              </a:lnSpc>
              <a:defRPr sz="44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984831"/>
            <a:ext cx="5527444" cy="5029470"/>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buClr>
                <a:schemeClr val="tx1"/>
              </a:buClr>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3" name="Text Placeholder 5">
            <a:extLst>
              <a:ext uri="{FF2B5EF4-FFF2-40B4-BE49-F238E27FC236}">
                <a16:creationId xmlns:a16="http://schemas.microsoft.com/office/drawing/2014/main" id="{87AF6875-806F-55D2-B677-EBF1DABD0717}"/>
              </a:ext>
            </a:extLst>
          </p:cNvPr>
          <p:cNvSpPr>
            <a:spLocks noGrp="1"/>
          </p:cNvSpPr>
          <p:nvPr>
            <p:ph type="body" sz="quarter" idx="15"/>
          </p:nvPr>
        </p:nvSpPr>
        <p:spPr>
          <a:xfrm>
            <a:off x="457200" y="3325305"/>
            <a:ext cx="3679825" cy="2314575"/>
          </a:xfrm>
        </p:spPr>
        <p:txBody>
          <a:bodyPr/>
          <a:lstStyle>
            <a:lvl1pPr marL="0" indent="0">
              <a:lnSpc>
                <a:spcPct val="100000"/>
              </a:lnSpc>
              <a:spcAft>
                <a:spcPts val="300"/>
              </a:spcAft>
              <a:buFontTx/>
              <a:buNone/>
              <a:defRPr sz="2200">
                <a:solidFill>
                  <a:schemeClr val="tx2"/>
                </a:solidFill>
                <a:latin typeface="+mn-lt"/>
              </a:defRPr>
            </a:lvl1pPr>
            <a:lvl2pPr marL="227013" indent="-227013">
              <a:lnSpc>
                <a:spcPct val="100000"/>
              </a:lnSpc>
              <a:spcAft>
                <a:spcPts val="300"/>
              </a:spcAft>
              <a:buFont typeface="Arial" panose="020B0604020202020204" pitchFamily="34" charset="0"/>
              <a:buChar char="•"/>
              <a:defRPr sz="2000">
                <a:solidFill>
                  <a:schemeClr val="tx2"/>
                </a:solidFill>
              </a:defRPr>
            </a:lvl2pPr>
            <a:lvl3pPr marL="461963" indent="-225425">
              <a:lnSpc>
                <a:spcPct val="100000"/>
              </a:lnSpc>
              <a:spcAft>
                <a:spcPts val="300"/>
              </a:spcAft>
              <a:tabLst/>
              <a:defRPr>
                <a:solidFill>
                  <a:schemeClr val="tx2"/>
                </a:solidFill>
              </a:defRPr>
            </a:lvl3pPr>
            <a:lvl4pPr marL="744538" indent="-225425">
              <a:lnSpc>
                <a:spcPct val="100000"/>
              </a:lnSpc>
              <a:spcAft>
                <a:spcPts val="300"/>
              </a:spcAft>
              <a:tabLst/>
              <a:defRPr>
                <a:solidFill>
                  <a:schemeClr val="tx2"/>
                </a:solidFill>
              </a:defRPr>
            </a:lvl4pPr>
            <a:lvl5pPr marL="971550" indent="-169863">
              <a:lnSpc>
                <a:spcPct val="100000"/>
              </a:lnSpc>
              <a:spcAft>
                <a:spcPts val="300"/>
              </a:spcAft>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4071229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ider photo">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977353" y="984831"/>
            <a:ext cx="6136849" cy="891103"/>
          </a:xfrm>
        </p:spPr>
        <p:txBody>
          <a:bodyPr anchor="t" anchorCtr="0">
            <a:normAutofit/>
          </a:bodyPr>
          <a:lstStyle>
            <a:lvl1pPr algn="l">
              <a:lnSpc>
                <a:spcPct val="80000"/>
              </a:lnSpc>
              <a:defRPr sz="3600">
                <a:solidFill>
                  <a:schemeClr val="tx2"/>
                </a:solidFill>
              </a:defRPr>
            </a:lvl1pPr>
          </a:lstStyle>
          <a:p>
            <a:r>
              <a:rPr lang="en-US"/>
              <a:t>Click to edit Master 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0" name="Text Placeholder 10">
            <a:extLst>
              <a:ext uri="{FF2B5EF4-FFF2-40B4-BE49-F238E27FC236}">
                <a16:creationId xmlns:a16="http://schemas.microsoft.com/office/drawing/2014/main" id="{51B10F47-1891-E844-AA61-A0FE1C2C91DF}"/>
              </a:ext>
            </a:extLst>
          </p:cNvPr>
          <p:cNvSpPr>
            <a:spLocks noGrp="1"/>
          </p:cNvSpPr>
          <p:nvPr>
            <p:ph type="body" sz="quarter" idx="14"/>
          </p:nvPr>
        </p:nvSpPr>
        <p:spPr>
          <a:xfrm>
            <a:off x="4977353" y="1883303"/>
            <a:ext cx="6136849" cy="4130997"/>
          </a:xfrm>
        </p:spPr>
        <p:txBody>
          <a:bodyPr>
            <a:noAutofit/>
          </a:bodyPr>
          <a:lstStyle>
            <a:lvl1pPr marL="0" indent="0">
              <a:lnSpc>
                <a:spcPct val="100000"/>
              </a:lnSpc>
              <a:spcBef>
                <a:spcPts val="600"/>
              </a:spcBef>
              <a:spcAft>
                <a:spcPts val="1200"/>
              </a:spcAft>
              <a:buFontTx/>
              <a:buNone/>
              <a:tabLst/>
              <a:defRPr sz="2000">
                <a:solidFill>
                  <a:schemeClr val="tx1"/>
                </a:solidFill>
                <a:latin typeface="+mn-lt"/>
              </a:defRPr>
            </a:lvl1pPr>
            <a:lvl2pPr marL="460375" indent="-223838">
              <a:lnSpc>
                <a:spcPct val="100000"/>
              </a:lnSpc>
              <a:spcBef>
                <a:spcPts val="0"/>
              </a:spcBef>
              <a:spcAft>
                <a:spcPts val="600"/>
              </a:spcAft>
              <a:buClr>
                <a:schemeClr val="tx2"/>
              </a:buClr>
              <a:buFont typeface="Arial" panose="020B0604020202020204" pitchFamily="34" charset="0"/>
              <a:buChar char="•"/>
              <a:tabLst/>
              <a:defRPr sz="2000">
                <a:solidFill>
                  <a:schemeClr val="tx1"/>
                </a:solidFill>
                <a:latin typeface="+mj-lt"/>
              </a:defRPr>
            </a:lvl2pPr>
            <a:lvl3pPr marL="690563" indent="-223838">
              <a:lnSpc>
                <a:spcPct val="100000"/>
              </a:lnSpc>
              <a:spcBef>
                <a:spcPts val="0"/>
              </a:spcBef>
              <a:spcAft>
                <a:spcPts val="600"/>
              </a:spcAft>
              <a:tabLst/>
              <a:defRPr sz="1600">
                <a:solidFill>
                  <a:schemeClr val="tx1"/>
                </a:solidFill>
                <a:latin typeface="+mj-lt"/>
              </a:defRPr>
            </a:lvl3pPr>
            <a:lvl4pPr marL="857250" indent="-173038">
              <a:lnSpc>
                <a:spcPct val="100000"/>
              </a:lnSpc>
              <a:spcBef>
                <a:spcPts val="0"/>
              </a:spcBef>
              <a:spcAft>
                <a:spcPts val="600"/>
              </a:spcAft>
              <a:tabLst/>
              <a:defRPr sz="1400">
                <a:solidFill>
                  <a:schemeClr val="tx1"/>
                </a:solidFill>
                <a:latin typeface="+mj-lt"/>
              </a:defRPr>
            </a:lvl4pPr>
            <a:lvl5pPr marL="1084263" indent="-150813">
              <a:lnSpc>
                <a:spcPct val="100000"/>
              </a:lnSpc>
              <a:spcBef>
                <a:spcPts val="0"/>
              </a:spcBef>
              <a:spcAft>
                <a:spcPts val="600"/>
              </a:spcAft>
              <a:tabLst/>
              <a:defRPr sz="12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a:extLst>
              <a:ext uri="{FF2B5EF4-FFF2-40B4-BE49-F238E27FC236}">
                <a16:creationId xmlns:a16="http://schemas.microsoft.com/office/drawing/2014/main" id="{9B9E5FAE-F0AB-4773-BB2C-98261E32F572}"/>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4" name="TextBox 13">
            <a:extLst>
              <a:ext uri="{FF2B5EF4-FFF2-40B4-BE49-F238E27FC236}">
                <a16:creationId xmlns:a16="http://schemas.microsoft.com/office/drawing/2014/main" id="{C894B692-DFFE-4127-B155-C2352630574E}"/>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4" name="Picture Placeholder 3">
            <a:extLst>
              <a:ext uri="{FF2B5EF4-FFF2-40B4-BE49-F238E27FC236}">
                <a16:creationId xmlns:a16="http://schemas.microsoft.com/office/drawing/2014/main" id="{4B95AAFB-5AB3-8043-3405-030A209051B7}"/>
              </a:ext>
            </a:extLst>
          </p:cNvPr>
          <p:cNvSpPr>
            <a:spLocks noGrp="1"/>
          </p:cNvSpPr>
          <p:nvPr>
            <p:ph type="pic" sz="quarter" idx="15" hasCustomPrompt="1"/>
          </p:nvPr>
        </p:nvSpPr>
        <p:spPr>
          <a:xfrm>
            <a:off x="0" y="0"/>
            <a:ext cx="4434840" cy="6858000"/>
          </a:xfrm>
          <a:solidFill>
            <a:schemeClr val="bg1">
              <a:lumMod val="95000"/>
            </a:schemeClr>
          </a:solidFill>
        </p:spPr>
        <p:txBody>
          <a:bodyPr tIns="1828800"/>
          <a:lstStyle>
            <a:lvl1pPr marL="0" indent="0" algn="ctr">
              <a:buFontTx/>
              <a:buNone/>
              <a:defRPr>
                <a:solidFill>
                  <a:schemeClr val="tx1"/>
                </a:solidFill>
              </a:defRPr>
            </a:lvl1pPr>
          </a:lstStyle>
          <a:p>
            <a:r>
              <a:rPr lang="en-US" dirty="0"/>
              <a:t>Insert photo here</a:t>
            </a:r>
            <a:br>
              <a:rPr lang="en-US" dirty="0"/>
            </a:br>
            <a:r>
              <a:rPr lang="en-US" dirty="0"/>
              <a:t>4.85”w x 7.5” h </a:t>
            </a:r>
          </a:p>
        </p:txBody>
      </p:sp>
    </p:spTree>
    <p:extLst>
      <p:ext uri="{BB962C8B-B14F-4D97-AF65-F5344CB8AC3E}">
        <p14:creationId xmlns:p14="http://schemas.microsoft.com/office/powerpoint/2010/main" val="288497173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graphic">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3B1206E-A64A-F045-95E1-24068C9F08E7}"/>
              </a:ext>
            </a:extLst>
          </p:cNvPr>
          <p:cNvSpPr>
            <a:spLocks noGrp="1"/>
          </p:cNvSpPr>
          <p:nvPr>
            <p:ph type="pic" sz="quarter" idx="15" hasCustomPrompt="1"/>
          </p:nvPr>
        </p:nvSpPr>
        <p:spPr>
          <a:xfrm>
            <a:off x="4433888" y="0"/>
            <a:ext cx="7758112" cy="6858000"/>
          </a:xfrm>
          <a:solidFill>
            <a:schemeClr val="accent6"/>
          </a:solidFill>
        </p:spPr>
        <p:txBody>
          <a:bodyPr anchor="ctr" anchorCtr="0"/>
          <a:lstStyle>
            <a:lvl1pPr marL="0" indent="0" algn="ctr">
              <a:buNone/>
              <a:defRPr>
                <a:solidFill>
                  <a:schemeClr val="accent1"/>
                </a:solidFill>
              </a:defRPr>
            </a:lvl1pPr>
          </a:lstStyle>
          <a:p>
            <a:r>
              <a:rPr lang="en-US" dirty="0"/>
              <a:t>Insert  photo</a:t>
            </a:r>
            <a:br>
              <a:rPr lang="en-US" dirty="0"/>
            </a:br>
            <a:r>
              <a:rPr lang="en-US" dirty="0"/>
              <a:t>8.48”w x 7.5”h</a:t>
            </a:r>
          </a:p>
        </p:txBody>
      </p:sp>
      <p:sp>
        <p:nvSpPr>
          <p:cNvPr id="10" name="Rectangle 9">
            <a:extLst>
              <a:ext uri="{FF2B5EF4-FFF2-40B4-BE49-F238E27FC236}">
                <a16:creationId xmlns:a16="http://schemas.microsoft.com/office/drawing/2014/main" id="{F3400FEE-AF2A-4A4C-A689-68AC86084282}"/>
              </a:ext>
            </a:extLst>
          </p:cNvPr>
          <p:cNvSpPr/>
          <p:nvPr userDrawn="1"/>
        </p:nvSpPr>
        <p:spPr>
          <a:xfrm>
            <a:off x="-1" y="0"/>
            <a:ext cx="44331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57200" y="984831"/>
            <a:ext cx="3679371" cy="1649186"/>
          </a:xfrm>
        </p:spPr>
        <p:txBody>
          <a:bodyPr anchor="t" anchorCtr="0">
            <a:noAutofit/>
          </a:bodyPr>
          <a:lstStyle>
            <a:lvl1pPr algn="l">
              <a:lnSpc>
                <a:spcPct val="80000"/>
              </a:lnSpc>
              <a:defRPr sz="4400">
                <a:solidFill>
                  <a:schemeClr val="bg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06621137-81BE-E247-928E-32116562395A}"/>
              </a:ext>
            </a:extLst>
          </p:cNvPr>
          <p:cNvSpPr>
            <a:spLocks noGrp="1"/>
          </p:cNvSpPr>
          <p:nvPr>
            <p:ph type="body" sz="quarter" idx="14"/>
          </p:nvPr>
        </p:nvSpPr>
        <p:spPr>
          <a:xfrm>
            <a:off x="457200" y="3234979"/>
            <a:ext cx="3679825" cy="3159220"/>
          </a:xfrm>
        </p:spPr>
        <p:txBody>
          <a:bodyPr/>
          <a:lstStyle>
            <a:lvl1pPr marL="0" indent="0">
              <a:lnSpc>
                <a:spcPct val="100000"/>
              </a:lnSpc>
              <a:spcBef>
                <a:spcPts val="0"/>
              </a:spcBef>
              <a:spcAft>
                <a:spcPts val="1200"/>
              </a:spcAft>
              <a:buFontTx/>
              <a:buNone/>
              <a:defRPr sz="1800">
                <a:solidFill>
                  <a:schemeClr val="bg1"/>
                </a:solidFill>
                <a:latin typeface="+mn-lt"/>
              </a:defRPr>
            </a:lvl1pPr>
            <a:lvl2pPr marL="228600" indent="-222250">
              <a:lnSpc>
                <a:spcPct val="100000"/>
              </a:lnSpc>
              <a:spcBef>
                <a:spcPts val="0"/>
              </a:spcBef>
              <a:spcAft>
                <a:spcPts val="600"/>
              </a:spcAft>
              <a:buFont typeface="Arial" panose="020B0604020202020204" pitchFamily="34" charset="0"/>
              <a:buChar char="•"/>
              <a:tabLst/>
              <a:defRPr sz="1800">
                <a:solidFill>
                  <a:schemeClr val="bg1"/>
                </a:solidFill>
                <a:latin typeface="+mj-lt"/>
              </a:defRPr>
            </a:lvl2pPr>
            <a:lvl3pPr marL="519113" indent="-274638">
              <a:lnSpc>
                <a:spcPct val="100000"/>
              </a:lnSpc>
              <a:spcBef>
                <a:spcPts val="0"/>
              </a:spcBef>
              <a:spcAft>
                <a:spcPts val="600"/>
              </a:spcAft>
              <a:tabLst/>
              <a:defRPr sz="1800">
                <a:solidFill>
                  <a:schemeClr val="bg1"/>
                </a:solidFill>
                <a:latin typeface="+mj-lt"/>
              </a:defRPr>
            </a:lvl3pPr>
            <a:lvl4pPr marL="803275" indent="-238125">
              <a:lnSpc>
                <a:spcPct val="100000"/>
              </a:lnSpc>
              <a:spcBef>
                <a:spcPts val="0"/>
              </a:spcBef>
              <a:spcAft>
                <a:spcPts val="600"/>
              </a:spcAft>
              <a:tabLst/>
              <a:defRPr sz="1800">
                <a:solidFill>
                  <a:schemeClr val="bg1"/>
                </a:solidFill>
                <a:latin typeface="+mj-lt"/>
              </a:defRPr>
            </a:lvl4pPr>
            <a:lvl5pPr marL="1085850" indent="-276225">
              <a:lnSpc>
                <a:spcPct val="100000"/>
              </a:lnSpc>
              <a:spcBef>
                <a:spcPts val="0"/>
              </a:spcBef>
              <a:spcAft>
                <a:spcPts val="600"/>
              </a:spcAft>
              <a:tabLst/>
              <a:defRPr sz="1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7">
            <a:extLst>
              <a:ext uri="{FF2B5EF4-FFF2-40B4-BE49-F238E27FC236}">
                <a16:creationId xmlns:a16="http://schemas.microsoft.com/office/drawing/2014/main" id="{58AB0188-0104-FB47-ADB6-72A9A5869AD9}"/>
              </a:ext>
            </a:extLst>
          </p:cNvPr>
          <p:cNvSpPr>
            <a:spLocks noGrp="1"/>
          </p:cNvSpPr>
          <p:nvPr>
            <p:ph type="body" sz="quarter" idx="16" hasCustomPrompt="1"/>
          </p:nvPr>
        </p:nvSpPr>
        <p:spPr>
          <a:xfrm>
            <a:off x="10956018" y="6132957"/>
            <a:ext cx="987552" cy="630936"/>
          </a:xfrm>
          <a:blipFill>
            <a:blip r:embed="rId2" cstate="screen">
              <a:extLst>
                <a:ext uri="{28A0092B-C50C-407E-A947-70E740481C1C}">
                  <a14:useLocalDpi xmlns:a14="http://schemas.microsoft.com/office/drawing/2010/main"/>
                </a:ext>
              </a:extLst>
            </a:blip>
            <a:stretch>
              <a:fillRect/>
            </a:stretch>
          </a:blipFill>
        </p:spPr>
        <p:txBody>
          <a:bodyPr/>
          <a:lstStyle>
            <a:lvl1pPr marL="0" indent="0">
              <a:buNone/>
              <a:defRPr/>
            </a:lvl1pPr>
          </a:lstStyle>
          <a:p>
            <a:pPr lvl="0"/>
            <a:r>
              <a:rPr lang="en-US" dirty="0"/>
              <a:t> </a:t>
            </a:r>
          </a:p>
        </p:txBody>
      </p:sp>
      <p:sp>
        <p:nvSpPr>
          <p:cNvPr id="12" name="TextBox 11">
            <a:extLst>
              <a:ext uri="{FF2B5EF4-FFF2-40B4-BE49-F238E27FC236}">
                <a16:creationId xmlns:a16="http://schemas.microsoft.com/office/drawing/2014/main" id="{02021025-6C5D-4AD1-B98F-3B9F05B818B5}"/>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0927DF11-5732-451F-BDC5-76D509152895}"/>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bg1"/>
                </a:solidFill>
              </a:rPr>
              <a:t>‹#›</a:t>
            </a:fld>
            <a:endParaRPr lang="en-US" sz="800" dirty="0">
              <a:solidFill>
                <a:schemeClr val="bg1"/>
              </a:solidFill>
            </a:endParaRPr>
          </a:p>
        </p:txBody>
      </p:sp>
    </p:spTree>
    <p:extLst>
      <p:ext uri="{BB962C8B-B14F-4D97-AF65-F5344CB8AC3E}">
        <p14:creationId xmlns:p14="http://schemas.microsoft.com/office/powerpoint/2010/main" val="3211801618"/>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se study stats">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22A485-3031-104C-93B7-435966E4994D}"/>
              </a:ext>
            </a:extLst>
          </p:cNvPr>
          <p:cNvSpPr/>
          <p:nvPr userDrawn="1"/>
        </p:nvSpPr>
        <p:spPr>
          <a:xfrm>
            <a:off x="0" y="0"/>
            <a:ext cx="12192000" cy="2844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57200" y="3302000"/>
            <a:ext cx="5638800" cy="1598774"/>
          </a:xfrm>
        </p:spPr>
        <p:txBody>
          <a:bodyPr anchor="t" anchorCtr="0">
            <a:noAutofit/>
          </a:bodyPr>
          <a:lstStyle>
            <a:lvl1pPr algn="l">
              <a:lnSpc>
                <a:spcPct val="80000"/>
              </a:lnSpc>
              <a:defRPr sz="4400">
                <a:solidFill>
                  <a:schemeClr val="tx2"/>
                </a:solidFill>
              </a:defRPr>
            </a:lvl1pPr>
          </a:lstStyle>
          <a:p>
            <a:r>
              <a:rPr lang="en-US" dirty="0"/>
              <a:t>Click to edit </a:t>
            </a:r>
            <a:br>
              <a:rPr lang="en-US" dirty="0"/>
            </a:br>
            <a:r>
              <a:rPr lang="en-US" dirty="0"/>
              <a:t>Master </a:t>
            </a:r>
            <a:br>
              <a:rPr lang="en-US" dirty="0"/>
            </a:br>
            <a:r>
              <a:rPr lang="en-US" dirty="0"/>
              <a:t>title style</a:t>
            </a:r>
          </a:p>
        </p:txBody>
      </p:sp>
      <p:sp>
        <p:nvSpPr>
          <p:cNvPr id="5" name="Text Placeholder 4">
            <a:extLst>
              <a:ext uri="{FF2B5EF4-FFF2-40B4-BE49-F238E27FC236}">
                <a16:creationId xmlns:a16="http://schemas.microsoft.com/office/drawing/2014/main" id="{6F2622D0-EB8A-9645-97E8-A571F63A1F37}"/>
              </a:ext>
            </a:extLst>
          </p:cNvPr>
          <p:cNvSpPr>
            <a:spLocks noGrp="1"/>
          </p:cNvSpPr>
          <p:nvPr>
            <p:ph type="body" sz="quarter" idx="13"/>
          </p:nvPr>
        </p:nvSpPr>
        <p:spPr>
          <a:xfrm>
            <a:off x="457200" y="457200"/>
            <a:ext cx="3679371" cy="421105"/>
          </a:xfrm>
        </p:spPr>
        <p:txBody>
          <a:bodyPr>
            <a:noAutofit/>
          </a:bodyPr>
          <a:lstStyle>
            <a:lvl1pPr marL="0" indent="0">
              <a:lnSpc>
                <a:spcPct val="100000"/>
              </a:lnSpc>
              <a:spcBef>
                <a:spcPts val="0"/>
              </a:spcBef>
              <a:spcAft>
                <a:spcPts val="300"/>
              </a:spcAft>
              <a:buNone/>
              <a:defRPr sz="1400" b="1" i="0">
                <a:solidFill>
                  <a:schemeClr val="accent3"/>
                </a:solidFill>
                <a:latin typeface="Calibri" panose="020F0502020204030204" pitchFamily="34" charset="0"/>
                <a:cs typeface="Calibri" panose="020F0502020204030204" pitchFamily="34" charset="0"/>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4" name="Text Placeholder 13">
            <a:extLst>
              <a:ext uri="{FF2B5EF4-FFF2-40B4-BE49-F238E27FC236}">
                <a16:creationId xmlns:a16="http://schemas.microsoft.com/office/drawing/2014/main" id="{B3583DCB-C2A9-8D44-82F4-C2F87B09BE52}"/>
              </a:ext>
            </a:extLst>
          </p:cNvPr>
          <p:cNvSpPr>
            <a:spLocks noGrp="1"/>
          </p:cNvSpPr>
          <p:nvPr>
            <p:ph type="body" sz="quarter" idx="15"/>
          </p:nvPr>
        </p:nvSpPr>
        <p:spPr>
          <a:xfrm>
            <a:off x="457200"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7" name="Text Placeholder 13">
            <a:extLst>
              <a:ext uri="{FF2B5EF4-FFF2-40B4-BE49-F238E27FC236}">
                <a16:creationId xmlns:a16="http://schemas.microsoft.com/office/drawing/2014/main" id="{CD5564F4-F564-D243-90A4-29A81E8B1643}"/>
              </a:ext>
            </a:extLst>
          </p:cNvPr>
          <p:cNvSpPr>
            <a:spLocks noGrp="1"/>
          </p:cNvSpPr>
          <p:nvPr>
            <p:ph type="body" sz="quarter" idx="16"/>
          </p:nvPr>
        </p:nvSpPr>
        <p:spPr>
          <a:xfrm>
            <a:off x="4320283"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8" name="Text Placeholder 13">
            <a:extLst>
              <a:ext uri="{FF2B5EF4-FFF2-40B4-BE49-F238E27FC236}">
                <a16:creationId xmlns:a16="http://schemas.microsoft.com/office/drawing/2014/main" id="{029C3C3B-98EF-4B44-BB0A-8940FAB64FCD}"/>
              </a:ext>
            </a:extLst>
          </p:cNvPr>
          <p:cNvSpPr>
            <a:spLocks noGrp="1"/>
          </p:cNvSpPr>
          <p:nvPr>
            <p:ph type="body" sz="quarter" idx="17"/>
          </p:nvPr>
        </p:nvSpPr>
        <p:spPr>
          <a:xfrm>
            <a:off x="8183365" y="1613721"/>
            <a:ext cx="3549650" cy="636534"/>
          </a:xfrm>
        </p:spPr>
        <p:txBody>
          <a:bodyPr/>
          <a:lstStyle>
            <a:lvl1pPr marL="0" indent="0">
              <a:buNone/>
              <a:defRPr sz="4400">
                <a:solidFill>
                  <a:schemeClr val="accent3"/>
                </a:solidFill>
                <a:latin typeface="+mj-lt"/>
              </a:defRPr>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19" name="Text Placeholder 5">
            <a:extLst>
              <a:ext uri="{FF2B5EF4-FFF2-40B4-BE49-F238E27FC236}">
                <a16:creationId xmlns:a16="http://schemas.microsoft.com/office/drawing/2014/main" id="{73B81C94-B4A5-5B45-9AF6-02EAAAE1B2ED}"/>
              </a:ext>
            </a:extLst>
          </p:cNvPr>
          <p:cNvSpPr>
            <a:spLocks noGrp="1"/>
          </p:cNvSpPr>
          <p:nvPr>
            <p:ph type="body" sz="quarter" idx="18"/>
          </p:nvPr>
        </p:nvSpPr>
        <p:spPr>
          <a:xfrm>
            <a:off x="457200"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0" name="Text Placeholder 5">
            <a:extLst>
              <a:ext uri="{FF2B5EF4-FFF2-40B4-BE49-F238E27FC236}">
                <a16:creationId xmlns:a16="http://schemas.microsoft.com/office/drawing/2014/main" id="{C134E51F-B9D7-714C-A962-DAC3EA7E9B3B}"/>
              </a:ext>
            </a:extLst>
          </p:cNvPr>
          <p:cNvSpPr>
            <a:spLocks noGrp="1"/>
          </p:cNvSpPr>
          <p:nvPr>
            <p:ph type="body" sz="quarter" idx="19"/>
          </p:nvPr>
        </p:nvSpPr>
        <p:spPr>
          <a:xfrm>
            <a:off x="4310008"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21" name="Text Placeholder 5">
            <a:extLst>
              <a:ext uri="{FF2B5EF4-FFF2-40B4-BE49-F238E27FC236}">
                <a16:creationId xmlns:a16="http://schemas.microsoft.com/office/drawing/2014/main" id="{B8FBFB3F-D200-8E45-A44B-EBD239092EB0}"/>
              </a:ext>
            </a:extLst>
          </p:cNvPr>
          <p:cNvSpPr>
            <a:spLocks noGrp="1"/>
          </p:cNvSpPr>
          <p:nvPr>
            <p:ph type="body" sz="quarter" idx="20"/>
          </p:nvPr>
        </p:nvSpPr>
        <p:spPr>
          <a:xfrm>
            <a:off x="8173092" y="2311900"/>
            <a:ext cx="3549650" cy="447525"/>
          </a:xfrm>
        </p:spPr>
        <p:txBody>
          <a:bodyPr/>
          <a:lstStyle>
            <a:lvl1pPr marL="0" indent="0">
              <a:spcBef>
                <a:spcPts val="0"/>
              </a:spcBef>
              <a:spcAft>
                <a:spcPts val="0"/>
              </a:spcAft>
              <a:buNone/>
              <a:defRPr sz="1500" b="0" i="0">
                <a:solidFill>
                  <a:schemeClr val="tx1"/>
                </a:solidFill>
                <a:latin typeface="+mj-lt"/>
                <a:cs typeface="Calibri" panose="020F0502020204030204" pitchFamily="34" charset="0"/>
              </a:defRPr>
            </a:lvl1pPr>
            <a:lvl2pPr marL="228600" indent="-222250">
              <a:spcBef>
                <a:spcPts val="0"/>
              </a:spcBef>
              <a:spcAft>
                <a:spcPts val="0"/>
              </a:spcAft>
              <a:tabLst/>
              <a:defRPr sz="1500">
                <a:latin typeface="+mj-lt"/>
              </a:defRPr>
            </a:lvl2pPr>
            <a:lvl3pPr marL="519113" indent="-274638">
              <a:spcBef>
                <a:spcPts val="0"/>
              </a:spcBef>
              <a:spcAft>
                <a:spcPts val="0"/>
              </a:spcAft>
              <a:tabLst/>
              <a:defRPr sz="1500">
                <a:latin typeface="+mj-lt"/>
              </a:defRPr>
            </a:lvl3pPr>
            <a:lvl4pPr marL="803275" indent="-238125">
              <a:spcBef>
                <a:spcPts val="0"/>
              </a:spcBef>
              <a:spcAft>
                <a:spcPts val="0"/>
              </a:spcAft>
              <a:tabLst/>
              <a:defRPr sz="1500">
                <a:latin typeface="+mj-lt"/>
              </a:defRPr>
            </a:lvl4pPr>
            <a:lvl5pPr marL="1085850" indent="-276225">
              <a:spcBef>
                <a:spcPts val="0"/>
              </a:spcBef>
              <a:spcAft>
                <a:spcPts val="0"/>
              </a:spcAft>
              <a:tabLst/>
              <a:defRPr sz="1500">
                <a:latin typeface="+mj-lt"/>
              </a:defRPr>
            </a:lvl5pPr>
          </a:lstStyle>
          <a:p>
            <a:pPr lvl="0"/>
            <a:r>
              <a:rPr lang="en-US"/>
              <a:t>Click to edit Master text styles</a:t>
            </a:r>
          </a:p>
        </p:txBody>
      </p:sp>
      <p:sp>
        <p:nvSpPr>
          <p:cNvPr id="15" name="Text Placeholder 10">
            <a:extLst>
              <a:ext uri="{FF2B5EF4-FFF2-40B4-BE49-F238E27FC236}">
                <a16:creationId xmlns:a16="http://schemas.microsoft.com/office/drawing/2014/main" id="{DB9533FB-101C-564C-A9B2-8BBC8342D8CB}"/>
              </a:ext>
            </a:extLst>
          </p:cNvPr>
          <p:cNvSpPr>
            <a:spLocks noGrp="1"/>
          </p:cNvSpPr>
          <p:nvPr>
            <p:ph type="body" sz="quarter" idx="21"/>
          </p:nvPr>
        </p:nvSpPr>
        <p:spPr>
          <a:xfrm>
            <a:off x="457200" y="5001689"/>
            <a:ext cx="5638800" cy="1240085"/>
          </a:xfrm>
        </p:spPr>
        <p:txBody>
          <a:bodyPr>
            <a:noAutofit/>
          </a:bodyPr>
          <a:lstStyle>
            <a:lvl1pPr marL="0" indent="0">
              <a:spcBef>
                <a:spcPts val="0"/>
              </a:spcBef>
              <a:spcAft>
                <a:spcPts val="400"/>
              </a:spcAft>
              <a:buFontTx/>
              <a:buNone/>
              <a:tabLst/>
              <a:defRPr sz="1500" b="1">
                <a:solidFill>
                  <a:schemeClr val="tx1"/>
                </a:solidFill>
                <a:latin typeface="+mj-lt"/>
              </a:defRPr>
            </a:lvl1pPr>
            <a:lvl2pPr marL="230188" indent="-230188">
              <a:spcBef>
                <a:spcPts val="0"/>
              </a:spcBef>
              <a:spcAft>
                <a:spcPts val="400"/>
              </a:spcAft>
              <a:buFont typeface="Arial" panose="020B0604020202020204" pitchFamily="34" charset="0"/>
              <a:buChar char="•"/>
              <a:tabLst/>
              <a:defRPr sz="1500">
                <a:solidFill>
                  <a:schemeClr val="tx1"/>
                </a:solidFill>
                <a:latin typeface="+mj-lt"/>
              </a:defRPr>
            </a:lvl2pPr>
            <a:lvl3pPr marL="460375" indent="-223838">
              <a:spcBef>
                <a:spcPts val="0"/>
              </a:spcBef>
              <a:spcAft>
                <a:spcPts val="400"/>
              </a:spcAft>
              <a:tabLst/>
              <a:defRPr sz="1500">
                <a:solidFill>
                  <a:schemeClr val="tx1"/>
                </a:solidFill>
                <a:latin typeface="+mj-lt"/>
              </a:defRPr>
            </a:lvl3pPr>
            <a:lvl4pPr marL="690563" indent="-230188">
              <a:spcBef>
                <a:spcPts val="0"/>
              </a:spcBef>
              <a:spcAft>
                <a:spcPts val="400"/>
              </a:spcAft>
              <a:tabLst/>
              <a:defRPr sz="1500">
                <a:solidFill>
                  <a:schemeClr val="tx1"/>
                </a:solidFill>
                <a:latin typeface="+mj-lt"/>
              </a:defRPr>
            </a:lvl4pPr>
            <a:lvl5pPr marL="914400" indent="-211138">
              <a:spcBef>
                <a:spcPts val="0"/>
              </a:spcBef>
              <a:spcAft>
                <a:spcPts val="400"/>
              </a:spcAft>
              <a:tabLst/>
              <a:defRPr sz="15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5466506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ase study detaile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396F7-F256-7EC8-5CFA-5E28D456D666}"/>
              </a:ext>
            </a:extLst>
          </p:cNvPr>
          <p:cNvSpPr/>
          <p:nvPr userDrawn="1"/>
        </p:nvSpPr>
        <p:spPr>
          <a:xfrm>
            <a:off x="0" y="0"/>
            <a:ext cx="12192000" cy="12041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511BE63-AB7C-B671-C72A-EFE88271CA5D}"/>
              </a:ext>
            </a:extLst>
          </p:cNvPr>
          <p:cNvSpPr txBox="1"/>
          <p:nvPr userDrawn="1"/>
        </p:nvSpPr>
        <p:spPr>
          <a:xfrm>
            <a:off x="8955344" y="645799"/>
            <a:ext cx="2945230" cy="769441"/>
          </a:xfrm>
          <a:prstGeom prst="rect">
            <a:avLst/>
          </a:prstGeom>
          <a:noFill/>
        </p:spPr>
        <p:txBody>
          <a:bodyPr wrap="none" rtlCol="0">
            <a:spAutoFit/>
          </a:bodyPr>
          <a:lstStyle/>
          <a:p>
            <a:r>
              <a:rPr lang="en-US" sz="4400" dirty="0">
                <a:solidFill>
                  <a:schemeClr val="bg1"/>
                </a:solidFill>
                <a:latin typeface="+mj-lt"/>
              </a:rPr>
              <a:t>CASE STUDY</a:t>
            </a:r>
          </a:p>
        </p:txBody>
      </p:sp>
      <p:pic>
        <p:nvPicPr>
          <p:cNvPr id="24" name="Picture 23">
            <a:extLst>
              <a:ext uri="{FF2B5EF4-FFF2-40B4-BE49-F238E27FC236}">
                <a16:creationId xmlns:a16="http://schemas.microsoft.com/office/drawing/2014/main" id="{54BE4AA2-7A93-2244-97DF-BEAFE86FE2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16" name="TextBox 15">
            <a:extLst>
              <a:ext uri="{FF2B5EF4-FFF2-40B4-BE49-F238E27FC236}">
                <a16:creationId xmlns:a16="http://schemas.microsoft.com/office/drawing/2014/main" id="{57023BF8-94F9-4D4F-AE8F-3AB0B07713D0}"/>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22" name="TextBox 21">
            <a:extLst>
              <a:ext uri="{FF2B5EF4-FFF2-40B4-BE49-F238E27FC236}">
                <a16:creationId xmlns:a16="http://schemas.microsoft.com/office/drawing/2014/main" id="{554628D0-DB29-484F-AE87-9BA55BF787A1}"/>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
        <p:nvSpPr>
          <p:cNvPr id="6" name="TextBox 5">
            <a:extLst>
              <a:ext uri="{FF2B5EF4-FFF2-40B4-BE49-F238E27FC236}">
                <a16:creationId xmlns:a16="http://schemas.microsoft.com/office/drawing/2014/main" id="{1C0C95D7-21A9-CC2A-7CC1-81A26F21BCF3}"/>
              </a:ext>
            </a:extLst>
          </p:cNvPr>
          <p:cNvSpPr txBox="1"/>
          <p:nvPr userDrawn="1"/>
        </p:nvSpPr>
        <p:spPr>
          <a:xfrm>
            <a:off x="8766928" y="976213"/>
            <a:ext cx="3322063" cy="861774"/>
          </a:xfrm>
          <a:prstGeom prst="rect">
            <a:avLst/>
          </a:prstGeom>
          <a:noFill/>
        </p:spPr>
        <p:txBody>
          <a:bodyPr wrap="none" rtlCol="0">
            <a:spAutoFit/>
          </a:bodyPr>
          <a:lstStyle/>
          <a:p>
            <a:r>
              <a:rPr lang="en-US" sz="5000" dirty="0">
                <a:solidFill>
                  <a:schemeClr val="bg1"/>
                </a:solidFill>
                <a:latin typeface="+mj-lt"/>
              </a:rPr>
              <a:t>CASE STUDY</a:t>
            </a:r>
          </a:p>
        </p:txBody>
      </p:sp>
      <p:sp>
        <p:nvSpPr>
          <p:cNvPr id="10" name="Text Placeholder 9">
            <a:extLst>
              <a:ext uri="{FF2B5EF4-FFF2-40B4-BE49-F238E27FC236}">
                <a16:creationId xmlns:a16="http://schemas.microsoft.com/office/drawing/2014/main" id="{09F8A7F0-36A8-F7F8-93EA-B7D45AAAE0F1}"/>
              </a:ext>
            </a:extLst>
          </p:cNvPr>
          <p:cNvSpPr>
            <a:spLocks noGrp="1"/>
          </p:cNvSpPr>
          <p:nvPr>
            <p:ph type="body" sz="quarter" idx="10"/>
          </p:nvPr>
        </p:nvSpPr>
        <p:spPr>
          <a:xfrm>
            <a:off x="457200" y="315990"/>
            <a:ext cx="11524268" cy="558199"/>
          </a:xfrm>
        </p:spPr>
        <p:txBody>
          <a:bodyPr/>
          <a:lstStyle>
            <a:lvl1pPr marL="0" indent="0">
              <a:buNone/>
              <a:defRPr sz="3600"/>
            </a:lvl1pPr>
            <a:lvl2pPr marL="290513" indent="0">
              <a:buNone/>
              <a:defRPr/>
            </a:lvl2pPr>
            <a:lvl3pPr marL="582613" indent="0">
              <a:buNone/>
              <a:defRPr/>
            </a:lvl3pPr>
            <a:lvl4pPr marL="855663" indent="0">
              <a:buNone/>
              <a:defRPr/>
            </a:lvl4pPr>
            <a:lvl5pPr marL="1100138" indent="0">
              <a:buNone/>
              <a:defRPr/>
            </a:lvl5pPr>
          </a:lstStyle>
          <a:p>
            <a:pPr lvl="0"/>
            <a:r>
              <a:rPr lang="en-US"/>
              <a:t>Click to edit Master text styles</a:t>
            </a:r>
          </a:p>
        </p:txBody>
      </p:sp>
      <p:sp>
        <p:nvSpPr>
          <p:cNvPr id="27" name="Text Placeholder 26">
            <a:extLst>
              <a:ext uri="{FF2B5EF4-FFF2-40B4-BE49-F238E27FC236}">
                <a16:creationId xmlns:a16="http://schemas.microsoft.com/office/drawing/2014/main" id="{0341B144-3A4C-B95E-E40F-3D52D3981375}"/>
              </a:ext>
            </a:extLst>
          </p:cNvPr>
          <p:cNvSpPr>
            <a:spLocks noGrp="1"/>
          </p:cNvSpPr>
          <p:nvPr>
            <p:ph type="body" sz="quarter" idx="12"/>
          </p:nvPr>
        </p:nvSpPr>
        <p:spPr>
          <a:xfrm>
            <a:off x="457200" y="855549"/>
            <a:ext cx="8308975" cy="227798"/>
          </a:xfrm>
        </p:spPr>
        <p:txBody>
          <a:bodyPr/>
          <a:lstStyle>
            <a:lvl1pPr marL="0" indent="0">
              <a:buFontTx/>
              <a:buNone/>
              <a:defRPr sz="1600" b="1">
                <a:solidFill>
                  <a:schemeClr val="accent3"/>
                </a:solidFill>
                <a:latin typeface="+mn-lt"/>
              </a:defRPr>
            </a:lvl1pPr>
          </a:lstStyle>
          <a:p>
            <a:pPr lvl="0"/>
            <a:r>
              <a:rPr lang="en-US"/>
              <a:t>Click to edit Master text styles</a:t>
            </a:r>
          </a:p>
        </p:txBody>
      </p:sp>
      <p:sp>
        <p:nvSpPr>
          <p:cNvPr id="29" name="Text Placeholder 26">
            <a:extLst>
              <a:ext uri="{FF2B5EF4-FFF2-40B4-BE49-F238E27FC236}">
                <a16:creationId xmlns:a16="http://schemas.microsoft.com/office/drawing/2014/main" id="{85C16B2F-0E6E-4C9F-FDC9-5049DDE918B7}"/>
              </a:ext>
            </a:extLst>
          </p:cNvPr>
          <p:cNvSpPr>
            <a:spLocks noGrp="1"/>
          </p:cNvSpPr>
          <p:nvPr>
            <p:ph type="body" sz="quarter" idx="13" hasCustomPrompt="1"/>
          </p:nvPr>
        </p:nvSpPr>
        <p:spPr>
          <a:xfrm>
            <a:off x="457201" y="1570034"/>
            <a:ext cx="2201157" cy="282410"/>
          </a:xfrm>
        </p:spPr>
        <p:txBody>
          <a:bodyPr/>
          <a:lstStyle>
            <a:lvl1pPr marL="0" indent="0">
              <a:buFontTx/>
              <a:buNone/>
              <a:defRPr sz="1600" b="1">
                <a:solidFill>
                  <a:schemeClr val="accent3"/>
                </a:solidFill>
                <a:latin typeface="+mn-lt"/>
              </a:defRPr>
            </a:lvl1pPr>
          </a:lstStyle>
          <a:p>
            <a:pPr lvl="0"/>
            <a:r>
              <a:rPr lang="en-US" dirty="0"/>
              <a:t>Client</a:t>
            </a:r>
          </a:p>
        </p:txBody>
      </p:sp>
      <p:sp>
        <p:nvSpPr>
          <p:cNvPr id="32" name="Text Placeholder 31">
            <a:extLst>
              <a:ext uri="{FF2B5EF4-FFF2-40B4-BE49-F238E27FC236}">
                <a16:creationId xmlns:a16="http://schemas.microsoft.com/office/drawing/2014/main" id="{FD25BC01-6A2C-BC8A-CE0F-9CCBDA97A1D6}"/>
              </a:ext>
            </a:extLst>
          </p:cNvPr>
          <p:cNvSpPr>
            <a:spLocks noGrp="1"/>
          </p:cNvSpPr>
          <p:nvPr>
            <p:ph type="body" sz="quarter" idx="14" hasCustomPrompt="1"/>
          </p:nvPr>
        </p:nvSpPr>
        <p:spPr>
          <a:xfrm>
            <a:off x="461388" y="1924655"/>
            <a:ext cx="2196206" cy="1055065"/>
          </a:xfrm>
        </p:spPr>
        <p:txBody>
          <a:bodyPr/>
          <a:lstStyle>
            <a:lvl1pPr marL="0" indent="0">
              <a:buFontTx/>
              <a:buNone/>
              <a:defRPr lang="en-US" sz="1800" kern="1200" dirty="0" smtClean="0">
                <a:solidFill>
                  <a:srgbClr val="000000"/>
                </a:solidFill>
                <a:latin typeface="+mj-lt"/>
                <a:ea typeface="+mn-ea"/>
                <a:cs typeface="+mn-cs"/>
              </a:defRPr>
            </a:lvl1pPr>
            <a:lvl2pPr marL="290513" indent="0">
              <a:buFontTx/>
              <a:buNone/>
              <a:defRPr lang="en-US" sz="1800" kern="1200" dirty="0" smtClean="0">
                <a:solidFill>
                  <a:srgbClr val="000000"/>
                </a:solidFill>
                <a:latin typeface="+mj-lt"/>
                <a:ea typeface="+mn-ea"/>
                <a:cs typeface="+mn-cs"/>
              </a:defRPr>
            </a:lvl2pPr>
            <a:lvl3pPr marL="582613" indent="0">
              <a:buFontTx/>
              <a:buNone/>
              <a:defRPr lang="en-US" sz="1800" kern="1200" dirty="0" smtClean="0">
                <a:solidFill>
                  <a:srgbClr val="000000"/>
                </a:solidFill>
                <a:latin typeface="+mj-lt"/>
                <a:ea typeface="+mn-ea"/>
                <a:cs typeface="+mn-cs"/>
              </a:defRPr>
            </a:lvl3pPr>
            <a:lvl4pPr marL="855663" indent="0">
              <a:buFontTx/>
              <a:buNone/>
              <a:defRPr lang="en-US" sz="1800" kern="1200" dirty="0" smtClean="0">
                <a:solidFill>
                  <a:srgbClr val="000000"/>
                </a:solidFill>
                <a:latin typeface="+mj-lt"/>
                <a:ea typeface="+mn-ea"/>
                <a:cs typeface="+mn-cs"/>
              </a:defRPr>
            </a:lvl4pPr>
            <a:lvl5pPr marL="1100138" indent="0">
              <a:buFontTx/>
              <a:buNone/>
              <a:defRPr lang="en-US" sz="1800" kern="1200" dirty="0">
                <a:solidFill>
                  <a:srgbClr val="000000"/>
                </a:solidFill>
                <a:latin typeface="+mj-lt"/>
                <a:ea typeface="+mn-ea"/>
                <a:cs typeface="+mn-cs"/>
              </a:defRPr>
            </a:lvl5pPr>
          </a:lstStyle>
          <a:p>
            <a:pPr lvl="0"/>
            <a:r>
              <a:rPr lang="en-US" dirty="0"/>
              <a:t>Client industry intro description goes here on up to four lines of text content</a:t>
            </a:r>
          </a:p>
        </p:txBody>
      </p:sp>
      <p:sp>
        <p:nvSpPr>
          <p:cNvPr id="33" name="Text Placeholder 26">
            <a:extLst>
              <a:ext uri="{FF2B5EF4-FFF2-40B4-BE49-F238E27FC236}">
                <a16:creationId xmlns:a16="http://schemas.microsoft.com/office/drawing/2014/main" id="{702C7A7B-5BE8-27C7-C967-54B2501D1DD1}"/>
              </a:ext>
            </a:extLst>
          </p:cNvPr>
          <p:cNvSpPr>
            <a:spLocks noGrp="1"/>
          </p:cNvSpPr>
          <p:nvPr>
            <p:ph type="body" sz="quarter" idx="15" hasCustomPrompt="1"/>
          </p:nvPr>
        </p:nvSpPr>
        <p:spPr>
          <a:xfrm>
            <a:off x="457201" y="3151528"/>
            <a:ext cx="2201157" cy="282410"/>
          </a:xfrm>
        </p:spPr>
        <p:txBody>
          <a:bodyPr/>
          <a:lstStyle>
            <a:lvl1pPr marL="0" indent="0">
              <a:buFontTx/>
              <a:buNone/>
              <a:defRPr sz="1600" b="1">
                <a:solidFill>
                  <a:schemeClr val="accent3"/>
                </a:solidFill>
                <a:latin typeface="+mn-lt"/>
              </a:defRPr>
            </a:lvl1pPr>
          </a:lstStyle>
          <a:p>
            <a:pPr lvl="0"/>
            <a:r>
              <a:rPr lang="en-US" dirty="0"/>
              <a:t>Client challenges</a:t>
            </a:r>
          </a:p>
        </p:txBody>
      </p:sp>
      <p:sp>
        <p:nvSpPr>
          <p:cNvPr id="37" name="Text Placeholder 36">
            <a:extLst>
              <a:ext uri="{FF2B5EF4-FFF2-40B4-BE49-F238E27FC236}">
                <a16:creationId xmlns:a16="http://schemas.microsoft.com/office/drawing/2014/main" id="{C924DEDB-3EDF-E33C-EF76-4E02B7B6B8EF}"/>
              </a:ext>
            </a:extLst>
          </p:cNvPr>
          <p:cNvSpPr>
            <a:spLocks noGrp="1"/>
          </p:cNvSpPr>
          <p:nvPr>
            <p:ph type="body" sz="quarter" idx="16"/>
          </p:nvPr>
        </p:nvSpPr>
        <p:spPr>
          <a:xfrm>
            <a:off x="457201" y="3502135"/>
            <a:ext cx="2201157" cy="2598720"/>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3" name="Text Placeholder 26">
            <a:extLst>
              <a:ext uri="{FF2B5EF4-FFF2-40B4-BE49-F238E27FC236}">
                <a16:creationId xmlns:a16="http://schemas.microsoft.com/office/drawing/2014/main" id="{FDA3A212-8F30-D033-AB41-B7498539543D}"/>
              </a:ext>
            </a:extLst>
          </p:cNvPr>
          <p:cNvSpPr>
            <a:spLocks noGrp="1"/>
          </p:cNvSpPr>
          <p:nvPr>
            <p:ph type="body" sz="quarter" idx="17" hasCustomPrompt="1"/>
          </p:nvPr>
        </p:nvSpPr>
        <p:spPr>
          <a:xfrm>
            <a:off x="3054221" y="1570034"/>
            <a:ext cx="2414504" cy="282410"/>
          </a:xfrm>
        </p:spPr>
        <p:txBody>
          <a:bodyPr/>
          <a:lstStyle>
            <a:lvl1pPr marL="0" indent="0">
              <a:buFontTx/>
              <a:buNone/>
              <a:defRPr sz="1600" b="1">
                <a:solidFill>
                  <a:schemeClr val="accent3"/>
                </a:solidFill>
                <a:latin typeface="+mn-lt"/>
              </a:defRPr>
            </a:lvl1pPr>
          </a:lstStyle>
          <a:p>
            <a:pPr lvl="0"/>
            <a:r>
              <a:rPr lang="en-US" dirty="0"/>
              <a:t>Scope</a:t>
            </a:r>
          </a:p>
        </p:txBody>
      </p:sp>
      <p:sp>
        <p:nvSpPr>
          <p:cNvPr id="44" name="Text Placeholder 36">
            <a:extLst>
              <a:ext uri="{FF2B5EF4-FFF2-40B4-BE49-F238E27FC236}">
                <a16:creationId xmlns:a16="http://schemas.microsoft.com/office/drawing/2014/main" id="{A14E640B-FB32-E6A5-7E82-DDDAEC38172A}"/>
              </a:ext>
            </a:extLst>
          </p:cNvPr>
          <p:cNvSpPr>
            <a:spLocks noGrp="1"/>
          </p:cNvSpPr>
          <p:nvPr>
            <p:ph type="body" sz="quarter" idx="18"/>
          </p:nvPr>
        </p:nvSpPr>
        <p:spPr>
          <a:xfrm>
            <a:off x="3054221" y="1924656"/>
            <a:ext cx="5603600" cy="2363868"/>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sp>
        <p:nvSpPr>
          <p:cNvPr id="46" name="Text Placeholder 26">
            <a:extLst>
              <a:ext uri="{FF2B5EF4-FFF2-40B4-BE49-F238E27FC236}">
                <a16:creationId xmlns:a16="http://schemas.microsoft.com/office/drawing/2014/main" id="{2841CF6B-CB34-C014-F54E-BC4F141F3BBE}"/>
              </a:ext>
            </a:extLst>
          </p:cNvPr>
          <p:cNvSpPr>
            <a:spLocks noGrp="1"/>
          </p:cNvSpPr>
          <p:nvPr>
            <p:ph type="body" sz="quarter" idx="19" hasCustomPrompt="1"/>
          </p:nvPr>
        </p:nvSpPr>
        <p:spPr>
          <a:xfrm>
            <a:off x="3054221" y="4427256"/>
            <a:ext cx="2414504" cy="282410"/>
          </a:xfrm>
        </p:spPr>
        <p:txBody>
          <a:bodyPr/>
          <a:lstStyle>
            <a:lvl1pPr marL="0" indent="0">
              <a:buFontTx/>
              <a:buNone/>
              <a:defRPr sz="1600" b="1">
                <a:solidFill>
                  <a:schemeClr val="accent3"/>
                </a:solidFill>
                <a:latin typeface="+mn-lt"/>
              </a:defRPr>
            </a:lvl1pPr>
          </a:lstStyle>
          <a:p>
            <a:pPr lvl="0"/>
            <a:r>
              <a:rPr lang="en-US" dirty="0"/>
              <a:t>EXL solution</a:t>
            </a:r>
          </a:p>
        </p:txBody>
      </p:sp>
      <p:sp>
        <p:nvSpPr>
          <p:cNvPr id="47" name="Text Placeholder 36">
            <a:extLst>
              <a:ext uri="{FF2B5EF4-FFF2-40B4-BE49-F238E27FC236}">
                <a16:creationId xmlns:a16="http://schemas.microsoft.com/office/drawing/2014/main" id="{78ADAF88-FA61-AF79-0470-D140F7AA2F72}"/>
              </a:ext>
            </a:extLst>
          </p:cNvPr>
          <p:cNvSpPr>
            <a:spLocks noGrp="1"/>
          </p:cNvSpPr>
          <p:nvPr>
            <p:ph type="body" sz="quarter" idx="20"/>
          </p:nvPr>
        </p:nvSpPr>
        <p:spPr>
          <a:xfrm>
            <a:off x="3054221" y="4790839"/>
            <a:ext cx="5603600" cy="1310016"/>
          </a:xfrm>
        </p:spPr>
        <p:txBody>
          <a:bodyPr/>
          <a:lstStyle>
            <a:lvl1pPr marL="112713" indent="-112713">
              <a:spcBef>
                <a:spcPts val="200"/>
              </a:spcBef>
              <a:spcAft>
                <a:spcPts val="200"/>
              </a:spcAft>
              <a:buClr>
                <a:schemeClr val="accent3"/>
              </a:buClr>
              <a:defRPr sz="1100">
                <a:solidFill>
                  <a:schemeClr val="tx1"/>
                </a:solidFill>
              </a:defRPr>
            </a:lvl1pPr>
          </a:lstStyle>
          <a:p>
            <a:pPr lvl="0"/>
            <a:r>
              <a:rPr lang="en-US"/>
              <a:t>Click to edit Master text styles</a:t>
            </a:r>
          </a:p>
        </p:txBody>
      </p:sp>
      <p:cxnSp>
        <p:nvCxnSpPr>
          <p:cNvPr id="48" name="Straight Connector 47">
            <a:extLst>
              <a:ext uri="{FF2B5EF4-FFF2-40B4-BE49-F238E27FC236}">
                <a16:creationId xmlns:a16="http://schemas.microsoft.com/office/drawing/2014/main" id="{E6F7A8F4-AED5-94AE-36B9-7758B5EC0DB7}"/>
              </a:ext>
            </a:extLst>
          </p:cNvPr>
          <p:cNvCxnSpPr>
            <a:cxnSpLocks/>
          </p:cNvCxnSpPr>
          <p:nvPr userDrawn="1"/>
        </p:nvCxnSpPr>
        <p:spPr>
          <a:xfrm>
            <a:off x="8804633" y="1569450"/>
            <a:ext cx="0" cy="456350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26">
            <a:extLst>
              <a:ext uri="{FF2B5EF4-FFF2-40B4-BE49-F238E27FC236}">
                <a16:creationId xmlns:a16="http://schemas.microsoft.com/office/drawing/2014/main" id="{DE3059AE-6A6C-9CE8-454D-9F278F9EC3A2}"/>
              </a:ext>
            </a:extLst>
          </p:cNvPr>
          <p:cNvSpPr>
            <a:spLocks noGrp="1"/>
          </p:cNvSpPr>
          <p:nvPr>
            <p:ph type="body" sz="quarter" idx="21" hasCustomPrompt="1"/>
          </p:nvPr>
        </p:nvSpPr>
        <p:spPr>
          <a:xfrm>
            <a:off x="9125145" y="1570034"/>
            <a:ext cx="2677207" cy="282410"/>
          </a:xfrm>
        </p:spPr>
        <p:txBody>
          <a:bodyPr/>
          <a:lstStyle>
            <a:lvl1pPr marL="0" indent="0">
              <a:buFontTx/>
              <a:buNone/>
              <a:defRPr sz="1600" b="1">
                <a:solidFill>
                  <a:schemeClr val="tx2"/>
                </a:solidFill>
                <a:latin typeface="+mn-lt"/>
              </a:defRPr>
            </a:lvl1pPr>
          </a:lstStyle>
          <a:p>
            <a:pPr lvl="0"/>
            <a:r>
              <a:rPr lang="en-US" dirty="0"/>
              <a:t>Results</a:t>
            </a:r>
          </a:p>
        </p:txBody>
      </p:sp>
      <p:sp>
        <p:nvSpPr>
          <p:cNvPr id="51" name="Text Placeholder 36">
            <a:extLst>
              <a:ext uri="{FF2B5EF4-FFF2-40B4-BE49-F238E27FC236}">
                <a16:creationId xmlns:a16="http://schemas.microsoft.com/office/drawing/2014/main" id="{BD35A55A-C259-3ABC-DCF1-FF10E661689D}"/>
              </a:ext>
            </a:extLst>
          </p:cNvPr>
          <p:cNvSpPr>
            <a:spLocks noGrp="1"/>
          </p:cNvSpPr>
          <p:nvPr>
            <p:ph type="body" sz="quarter" idx="22"/>
          </p:nvPr>
        </p:nvSpPr>
        <p:spPr>
          <a:xfrm>
            <a:off x="9125146" y="1924655"/>
            <a:ext cx="2677206" cy="3975653"/>
          </a:xfrm>
        </p:spPr>
        <p:txBody>
          <a:bodyPr/>
          <a:lstStyle>
            <a:lvl1pPr marL="112713" indent="-112713">
              <a:spcBef>
                <a:spcPts val="200"/>
              </a:spcBef>
              <a:spcAft>
                <a:spcPts val="200"/>
              </a:spcAft>
              <a:buClr>
                <a:schemeClr val="tx2"/>
              </a:buClr>
              <a:defRPr sz="1100">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1751596699"/>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highlight">
    <p:bg>
      <p:bgRef idx="1001">
        <a:schemeClr val="bg1"/>
      </p:bgRef>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132957"/>
            <a:ext cx="990600" cy="635000"/>
          </a:xfrm>
          <a:prstGeom prst="rect">
            <a:avLst/>
          </a:prstGeom>
        </p:spPr>
      </p:pic>
      <p:sp>
        <p:nvSpPr>
          <p:cNvPr id="4" name="Content Placeholder 3">
            <a:extLst>
              <a:ext uri="{FF2B5EF4-FFF2-40B4-BE49-F238E27FC236}">
                <a16:creationId xmlns:a16="http://schemas.microsoft.com/office/drawing/2014/main" id="{1CE9CC39-2615-554C-ADE2-A30C02888996}"/>
              </a:ext>
            </a:extLst>
          </p:cNvPr>
          <p:cNvSpPr>
            <a:spLocks noGrp="1"/>
          </p:cNvSpPr>
          <p:nvPr>
            <p:ph sz="quarter" idx="14" hasCustomPrompt="1"/>
          </p:nvPr>
        </p:nvSpPr>
        <p:spPr>
          <a:xfrm>
            <a:off x="4433888" y="1184239"/>
            <a:ext cx="7300912" cy="4456113"/>
          </a:xfrm>
          <a:noFill/>
        </p:spPr>
        <p:txBody>
          <a:bodyPr anchor="ctr" anchorCtr="0"/>
          <a:lstStyle>
            <a:lvl1pPr marL="0" indent="0" algn="ctr">
              <a:buNone/>
              <a:defRPr sz="1600"/>
            </a:lvl1pPr>
          </a:lstStyle>
          <a:p>
            <a:pPr lvl="0"/>
            <a:r>
              <a:rPr lang="en-US" dirty="0"/>
              <a:t>Insert infographics within this area</a:t>
            </a:r>
          </a:p>
        </p:txBody>
      </p:sp>
      <p:sp>
        <p:nvSpPr>
          <p:cNvPr id="10" name="Title 1">
            <a:extLst>
              <a:ext uri="{FF2B5EF4-FFF2-40B4-BE49-F238E27FC236}">
                <a16:creationId xmlns:a16="http://schemas.microsoft.com/office/drawing/2014/main" id="{1ACA16BD-E4B6-9444-B185-131F327A874C}"/>
              </a:ext>
            </a:extLst>
          </p:cNvPr>
          <p:cNvSpPr>
            <a:spLocks noGrp="1"/>
          </p:cNvSpPr>
          <p:nvPr>
            <p:ph type="ctrTitle"/>
          </p:nvPr>
        </p:nvSpPr>
        <p:spPr>
          <a:xfrm>
            <a:off x="457200" y="1184239"/>
            <a:ext cx="3679371" cy="1649186"/>
          </a:xfrm>
        </p:spPr>
        <p:txBody>
          <a:bodyPr anchor="t" anchorCtr="0">
            <a:noAutofit/>
          </a:bodyPr>
          <a:lstStyle>
            <a:lvl1pPr algn="l">
              <a:lnSpc>
                <a:spcPct val="80000"/>
              </a:lnSpc>
              <a:defRPr sz="4400">
                <a:solidFill>
                  <a:schemeClr val="tx2"/>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9479803-0328-0048-8006-F62792C416FF}"/>
              </a:ext>
            </a:extLst>
          </p:cNvPr>
          <p:cNvSpPr>
            <a:spLocks noGrp="1"/>
          </p:cNvSpPr>
          <p:nvPr>
            <p:ph type="body" sz="quarter" idx="16"/>
          </p:nvPr>
        </p:nvSpPr>
        <p:spPr>
          <a:xfrm>
            <a:off x="457200" y="6265985"/>
            <a:ext cx="3679825" cy="311028"/>
          </a:xfrm>
        </p:spPr>
        <p:txBody>
          <a:bodyPr anchor="b" anchorCtr="0"/>
          <a:lstStyle>
            <a:lvl1pPr marL="0" indent="0">
              <a:spcBef>
                <a:spcPts val="0"/>
              </a:spcBef>
              <a:buNone/>
              <a:defRPr sz="800">
                <a:latin typeface="+mj-lt"/>
              </a:defRPr>
            </a:lvl1pPr>
            <a:lvl2pPr marL="290513" indent="0">
              <a:spcBef>
                <a:spcPts val="0"/>
              </a:spcBef>
              <a:buNone/>
              <a:defRPr sz="1050"/>
            </a:lvl2pPr>
            <a:lvl3pPr marL="582613" indent="0">
              <a:spcBef>
                <a:spcPts val="0"/>
              </a:spcBef>
              <a:buNone/>
              <a:defRPr sz="1050"/>
            </a:lvl3pPr>
            <a:lvl4pPr marL="855663" indent="0">
              <a:spcBef>
                <a:spcPts val="0"/>
              </a:spcBef>
              <a:buNone/>
              <a:defRPr sz="1050"/>
            </a:lvl4pPr>
            <a:lvl5pPr marL="1100138" indent="0">
              <a:spcBef>
                <a:spcPts val="0"/>
              </a:spcBef>
              <a:buNone/>
              <a:defRPr sz="1050"/>
            </a:lvl5pPr>
          </a:lstStyle>
          <a:p>
            <a:pPr lvl="0"/>
            <a:r>
              <a:rPr lang="en-US"/>
              <a:t>Click to edit Master text styles</a:t>
            </a:r>
          </a:p>
        </p:txBody>
      </p:sp>
      <p:sp>
        <p:nvSpPr>
          <p:cNvPr id="12" name="Text Placeholder 10">
            <a:extLst>
              <a:ext uri="{FF2B5EF4-FFF2-40B4-BE49-F238E27FC236}">
                <a16:creationId xmlns:a16="http://schemas.microsoft.com/office/drawing/2014/main" id="{6CEDD1B3-BEED-F34A-B2B4-FB9C258BD230}"/>
              </a:ext>
            </a:extLst>
          </p:cNvPr>
          <p:cNvSpPr>
            <a:spLocks noGrp="1"/>
          </p:cNvSpPr>
          <p:nvPr>
            <p:ph type="body" sz="quarter" idx="19"/>
          </p:nvPr>
        </p:nvSpPr>
        <p:spPr>
          <a:xfrm>
            <a:off x="457200" y="2933317"/>
            <a:ext cx="3667742" cy="1822983"/>
          </a:xfrm>
        </p:spPr>
        <p:txBody>
          <a:bodyPr>
            <a:noAutofit/>
          </a:bodyPr>
          <a:lstStyle>
            <a:lvl1pPr marL="0" indent="0">
              <a:spcBef>
                <a:spcPts val="0"/>
              </a:spcBef>
              <a:spcAft>
                <a:spcPts val="400"/>
              </a:spcAft>
              <a:buFontTx/>
              <a:buNone/>
              <a:tabLst/>
              <a:defRPr sz="2200">
                <a:solidFill>
                  <a:schemeClr val="tx1"/>
                </a:solidFill>
                <a:latin typeface="+mn-lt"/>
              </a:defRPr>
            </a:lvl1pPr>
            <a:lvl2pPr marL="460375" indent="-223838">
              <a:spcBef>
                <a:spcPts val="0"/>
              </a:spcBef>
              <a:spcAft>
                <a:spcPts val="400"/>
              </a:spcAft>
              <a:buClr>
                <a:schemeClr val="tx2"/>
              </a:buClr>
              <a:buFont typeface="Arial" panose="020B0604020202020204" pitchFamily="34" charset="0"/>
              <a:buChar char="•"/>
              <a:tabLst/>
              <a:defRPr sz="2000">
                <a:solidFill>
                  <a:schemeClr val="tx1"/>
                </a:solidFill>
                <a:latin typeface="+mj-lt"/>
              </a:defRPr>
            </a:lvl2pPr>
            <a:lvl3pPr marL="690563" indent="-223838">
              <a:spcBef>
                <a:spcPts val="0"/>
              </a:spcBef>
              <a:spcAft>
                <a:spcPts val="400"/>
              </a:spcAft>
              <a:tabLst/>
              <a:defRPr sz="2000">
                <a:solidFill>
                  <a:schemeClr val="tx1"/>
                </a:solidFill>
                <a:latin typeface="+mj-lt"/>
              </a:defRPr>
            </a:lvl3pPr>
            <a:lvl4pPr marL="914400" indent="-230188">
              <a:spcBef>
                <a:spcPts val="0"/>
              </a:spcBef>
              <a:spcAft>
                <a:spcPts val="400"/>
              </a:spcAft>
              <a:tabLst/>
              <a:defRPr sz="1800">
                <a:solidFill>
                  <a:schemeClr val="tx1"/>
                </a:solidFill>
                <a:latin typeface="+mj-lt"/>
              </a:defRPr>
            </a:lvl4pPr>
            <a:lvl5pPr marL="1144588" indent="-211138">
              <a:spcBef>
                <a:spcPts val="0"/>
              </a:spcBef>
              <a:spcAft>
                <a:spcPts val="400"/>
              </a:spcAft>
              <a:tabLst/>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Box 10">
            <a:extLst>
              <a:ext uri="{FF2B5EF4-FFF2-40B4-BE49-F238E27FC236}">
                <a16:creationId xmlns:a16="http://schemas.microsoft.com/office/drawing/2014/main" id="{BE405EF5-67A3-467C-B557-30C099F3F7D8}"/>
              </a:ext>
            </a:extLst>
          </p:cNvPr>
          <p:cNvSpPr txBox="1"/>
          <p:nvPr userDrawn="1"/>
        </p:nvSpPr>
        <p:spPr>
          <a:xfrm>
            <a:off x="8058098" y="6405091"/>
            <a:ext cx="2446699" cy="215444"/>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Calibri" panose="020F0502020204030204"/>
                <a:ea typeface="+mn-ea"/>
                <a:cs typeface="+mn-cs"/>
              </a:rPr>
              <a:t>©2024 ExlService Holdings, Inc. All rights reserved.</a:t>
            </a:r>
          </a:p>
        </p:txBody>
      </p:sp>
      <p:sp>
        <p:nvSpPr>
          <p:cNvPr id="13" name="TextBox 12">
            <a:extLst>
              <a:ext uri="{FF2B5EF4-FFF2-40B4-BE49-F238E27FC236}">
                <a16:creationId xmlns:a16="http://schemas.microsoft.com/office/drawing/2014/main" id="{F7E476FB-F1EB-4325-8567-72CD95BF0CAA}"/>
              </a:ext>
            </a:extLst>
          </p:cNvPr>
          <p:cNvSpPr txBox="1"/>
          <p:nvPr userDrawn="1"/>
        </p:nvSpPr>
        <p:spPr>
          <a:xfrm>
            <a:off x="10388823" y="6412461"/>
            <a:ext cx="579422" cy="215444"/>
          </a:xfrm>
          <a:prstGeom prst="rect">
            <a:avLst/>
          </a:prstGeom>
          <a:noFill/>
        </p:spPr>
        <p:txBody>
          <a:bodyPr wrap="square" rtlCol="0">
            <a:spAutoFit/>
          </a:bodyPr>
          <a:lstStyle/>
          <a:p>
            <a:fld id="{85EF08C3-6068-49A5-A83C-FDA0DDA2EDAF}" type="slidenum">
              <a:rPr lang="en-US" sz="800" smtClean="0">
                <a:solidFill>
                  <a:schemeClr val="tx2"/>
                </a:solidFill>
              </a:rPr>
              <a:t>‹#›</a:t>
            </a:fld>
            <a:endParaRPr lang="en-US" sz="800" dirty="0">
              <a:solidFill>
                <a:schemeClr val="tx2"/>
              </a:solidFill>
            </a:endParaRPr>
          </a:p>
        </p:txBody>
      </p:sp>
    </p:spTree>
    <p:extLst>
      <p:ext uri="{BB962C8B-B14F-4D97-AF65-F5344CB8AC3E}">
        <p14:creationId xmlns:p14="http://schemas.microsoft.com/office/powerpoint/2010/main" val="6966591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873797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Slide White">
    <p:bg>
      <p:bgRef idx="1001">
        <a:schemeClr val="bg1"/>
      </p:bgRef>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6" cy="1152337"/>
          </a:xfrm>
          <a:prstGeom prst="rect">
            <a:avLst/>
          </a:prstGeom>
        </p:spPr>
      </p:pic>
    </p:spTree>
    <p:extLst>
      <p:ext uri="{BB962C8B-B14F-4D97-AF65-F5344CB8AC3E}">
        <p14:creationId xmlns:p14="http://schemas.microsoft.com/office/powerpoint/2010/main" val="157351471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Slide Orange">
    <p:bg>
      <p:bgPr>
        <a:solidFill>
          <a:schemeClr val="bg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941A1EF-1130-0847-A890-759BB7F11D76}"/>
              </a:ext>
            </a:extLst>
          </p:cNvPr>
          <p:cNvSpPr>
            <a:spLocks noGrp="1"/>
          </p:cNvSpPr>
          <p:nvPr>
            <p:ph type="body" sz="quarter" idx="10"/>
          </p:nvPr>
        </p:nvSpPr>
        <p:spPr>
          <a:xfrm>
            <a:off x="457200" y="2941639"/>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0" name="Text Placeholder 4">
            <a:extLst>
              <a:ext uri="{FF2B5EF4-FFF2-40B4-BE49-F238E27FC236}">
                <a16:creationId xmlns:a16="http://schemas.microsoft.com/office/drawing/2014/main" id="{D1B4C41C-FB42-AD48-A6C4-FD4FE1D148B0}"/>
              </a:ext>
            </a:extLst>
          </p:cNvPr>
          <p:cNvSpPr>
            <a:spLocks noGrp="1"/>
          </p:cNvSpPr>
          <p:nvPr>
            <p:ph type="body" sz="quarter" idx="11"/>
          </p:nvPr>
        </p:nvSpPr>
        <p:spPr>
          <a:xfrm>
            <a:off x="457200"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1" name="Text Placeholder 4">
            <a:extLst>
              <a:ext uri="{FF2B5EF4-FFF2-40B4-BE49-F238E27FC236}">
                <a16:creationId xmlns:a16="http://schemas.microsoft.com/office/drawing/2014/main" id="{F2667988-617F-004D-B13E-69F23C6018E9}"/>
              </a:ext>
            </a:extLst>
          </p:cNvPr>
          <p:cNvSpPr>
            <a:spLocks noGrp="1"/>
          </p:cNvSpPr>
          <p:nvPr>
            <p:ph type="body" sz="quarter" idx="12"/>
          </p:nvPr>
        </p:nvSpPr>
        <p:spPr>
          <a:xfrm>
            <a:off x="457200"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2" name="Text Placeholder 4">
            <a:extLst>
              <a:ext uri="{FF2B5EF4-FFF2-40B4-BE49-F238E27FC236}">
                <a16:creationId xmlns:a16="http://schemas.microsoft.com/office/drawing/2014/main" id="{6FE5633E-57AE-5F4C-8DC4-A6A36A5A6C1D}"/>
              </a:ext>
            </a:extLst>
          </p:cNvPr>
          <p:cNvSpPr>
            <a:spLocks noGrp="1"/>
          </p:cNvSpPr>
          <p:nvPr>
            <p:ph type="body" sz="quarter" idx="13"/>
          </p:nvPr>
        </p:nvSpPr>
        <p:spPr>
          <a:xfrm>
            <a:off x="457200" y="4597790"/>
            <a:ext cx="3807869" cy="281142"/>
          </a:xfrm>
        </p:spPr>
        <p:txBody>
          <a:bodyPr/>
          <a:lstStyle>
            <a:lvl1pPr marL="0" indent="0">
              <a:buNone/>
              <a:defRPr sz="20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3" name="Text Placeholder 4">
            <a:extLst>
              <a:ext uri="{FF2B5EF4-FFF2-40B4-BE49-F238E27FC236}">
                <a16:creationId xmlns:a16="http://schemas.microsoft.com/office/drawing/2014/main" id="{3CD5681D-08CD-CE43-A482-97B6B98B3172}"/>
              </a:ext>
            </a:extLst>
          </p:cNvPr>
          <p:cNvSpPr>
            <a:spLocks noGrp="1"/>
          </p:cNvSpPr>
          <p:nvPr>
            <p:ph type="body" sz="quarter" idx="14"/>
          </p:nvPr>
        </p:nvSpPr>
        <p:spPr>
          <a:xfrm>
            <a:off x="457200" y="4949483"/>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4" name="Text Placeholder 4">
            <a:extLst>
              <a:ext uri="{FF2B5EF4-FFF2-40B4-BE49-F238E27FC236}">
                <a16:creationId xmlns:a16="http://schemas.microsoft.com/office/drawing/2014/main" id="{A24ABB26-7301-E846-A462-7610E217F0BE}"/>
              </a:ext>
            </a:extLst>
          </p:cNvPr>
          <p:cNvSpPr>
            <a:spLocks noGrp="1"/>
          </p:cNvSpPr>
          <p:nvPr>
            <p:ph type="body" sz="quarter" idx="15"/>
          </p:nvPr>
        </p:nvSpPr>
        <p:spPr>
          <a:xfrm>
            <a:off x="457200" y="5224444"/>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5" name="Text Placeholder 4">
            <a:extLst>
              <a:ext uri="{FF2B5EF4-FFF2-40B4-BE49-F238E27FC236}">
                <a16:creationId xmlns:a16="http://schemas.microsoft.com/office/drawing/2014/main" id="{1903EF78-E55B-BE4C-9CF2-0175C0D0E832}"/>
              </a:ext>
            </a:extLst>
          </p:cNvPr>
          <p:cNvSpPr>
            <a:spLocks noGrp="1"/>
          </p:cNvSpPr>
          <p:nvPr>
            <p:ph type="body" sz="quarter" idx="16"/>
          </p:nvPr>
        </p:nvSpPr>
        <p:spPr>
          <a:xfrm>
            <a:off x="4792607" y="2941639"/>
            <a:ext cx="3807869" cy="281142"/>
          </a:xfrm>
        </p:spPr>
        <p:txBody>
          <a:bodyPr/>
          <a:lstStyle>
            <a:lvl1pPr marL="0" indent="0">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6" name="Text Placeholder 4">
            <a:extLst>
              <a:ext uri="{FF2B5EF4-FFF2-40B4-BE49-F238E27FC236}">
                <a16:creationId xmlns:a16="http://schemas.microsoft.com/office/drawing/2014/main" id="{5EC6E547-EACF-304E-A8A1-B89AA8072024}"/>
              </a:ext>
            </a:extLst>
          </p:cNvPr>
          <p:cNvSpPr>
            <a:spLocks noGrp="1"/>
          </p:cNvSpPr>
          <p:nvPr>
            <p:ph type="body" sz="quarter" idx="17"/>
          </p:nvPr>
        </p:nvSpPr>
        <p:spPr>
          <a:xfrm>
            <a:off x="4792607" y="3293332"/>
            <a:ext cx="3807869" cy="236380"/>
          </a:xfrm>
        </p:spPr>
        <p:txBody>
          <a:bodyPr/>
          <a:lstStyle>
            <a:lvl1pPr marL="0" indent="0">
              <a:buNone/>
              <a:defRPr sz="1500" b="1" i="0">
                <a:solidFill>
                  <a:schemeClr val="tx1"/>
                </a:solidFill>
                <a:latin typeface="Calibri" panose="020F0502020204030204" pitchFamily="34" charset="0"/>
                <a:cs typeface="Calibri" panose="020F0502020204030204" pitchFamily="34" charset="0"/>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17" name="Text Placeholder 4">
            <a:extLst>
              <a:ext uri="{FF2B5EF4-FFF2-40B4-BE49-F238E27FC236}">
                <a16:creationId xmlns:a16="http://schemas.microsoft.com/office/drawing/2014/main" id="{032E99CF-0040-9145-B590-C27DD73EAEAC}"/>
              </a:ext>
            </a:extLst>
          </p:cNvPr>
          <p:cNvSpPr>
            <a:spLocks noGrp="1"/>
          </p:cNvSpPr>
          <p:nvPr>
            <p:ph type="body" sz="quarter" idx="18"/>
          </p:nvPr>
        </p:nvSpPr>
        <p:spPr>
          <a:xfrm>
            <a:off x="4792607" y="3568293"/>
            <a:ext cx="3807869" cy="870124"/>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sp>
        <p:nvSpPr>
          <p:cNvPr id="21" name="Text Placeholder 4">
            <a:extLst>
              <a:ext uri="{FF2B5EF4-FFF2-40B4-BE49-F238E27FC236}">
                <a16:creationId xmlns:a16="http://schemas.microsoft.com/office/drawing/2014/main" id="{28F4786A-0F68-1A46-8E73-D7568095F32D}"/>
              </a:ext>
            </a:extLst>
          </p:cNvPr>
          <p:cNvSpPr>
            <a:spLocks noGrp="1"/>
          </p:cNvSpPr>
          <p:nvPr>
            <p:ph type="body" sz="quarter" idx="21"/>
          </p:nvPr>
        </p:nvSpPr>
        <p:spPr>
          <a:xfrm>
            <a:off x="4792607" y="4597790"/>
            <a:ext cx="3807869" cy="1496778"/>
          </a:xfrm>
        </p:spPr>
        <p:txBody>
          <a:bodyPr/>
          <a:lstStyle>
            <a:lvl1pPr marL="0" indent="0">
              <a:spcBef>
                <a:spcPts val="300"/>
              </a:spcBef>
              <a:buNone/>
              <a:defRPr sz="1500">
                <a:solidFill>
                  <a:schemeClr val="tx1"/>
                </a:solidFill>
                <a:latin typeface="+mj-lt"/>
              </a:defRPr>
            </a:lvl1pPr>
            <a:lvl2pPr marL="290513" indent="0">
              <a:buNone/>
              <a:defRPr>
                <a:latin typeface="+mj-lt"/>
              </a:defRPr>
            </a:lvl2pPr>
            <a:lvl3pPr marL="582613" indent="0">
              <a:buNone/>
              <a:defRPr>
                <a:latin typeface="+mj-lt"/>
              </a:defRPr>
            </a:lvl3pPr>
            <a:lvl4pPr marL="855663" indent="0">
              <a:buNone/>
              <a:defRPr>
                <a:latin typeface="+mj-lt"/>
              </a:defRPr>
            </a:lvl4pPr>
            <a:lvl5pPr marL="1100138" indent="0">
              <a:buNone/>
              <a:defRPr>
                <a:latin typeface="+mj-lt"/>
              </a:defRPr>
            </a:lvl5pPr>
          </a:lstStyle>
          <a:p>
            <a:pPr lvl="0"/>
            <a:r>
              <a:rPr lang="en-US"/>
              <a:t>Click to edit Master text styles</a:t>
            </a:r>
          </a:p>
        </p:txBody>
      </p:sp>
      <p:pic>
        <p:nvPicPr>
          <p:cNvPr id="23" name="Picture 22">
            <a:extLst>
              <a:ext uri="{FF2B5EF4-FFF2-40B4-BE49-F238E27FC236}">
                <a16:creationId xmlns:a16="http://schemas.microsoft.com/office/drawing/2014/main" id="{E31D6697-EB49-1144-B5F3-9918FB7982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684" y="1133447"/>
            <a:ext cx="1797645" cy="1152337"/>
          </a:xfrm>
          <a:prstGeom prst="rect">
            <a:avLst/>
          </a:prstGeom>
        </p:spPr>
      </p:pic>
    </p:spTree>
    <p:extLst>
      <p:ext uri="{BB962C8B-B14F-4D97-AF65-F5344CB8AC3E}">
        <p14:creationId xmlns:p14="http://schemas.microsoft.com/office/powerpoint/2010/main" val="237826695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Agenda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457200" y="757647"/>
            <a:ext cx="11277600" cy="936386"/>
          </a:xfrm>
        </p:spPr>
        <p:txBody>
          <a:bodyPr anchor="t" anchorCtr="0">
            <a:no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199" y="1854927"/>
            <a:ext cx="5638801" cy="4124768"/>
          </a:xfrm>
        </p:spPr>
        <p:txBody>
          <a:bodyPr>
            <a:noAutofit/>
          </a:bodyPr>
          <a:lstStyle>
            <a:lvl1pPr marL="0" indent="0" algn="l">
              <a:spcBef>
                <a:spcPts val="0"/>
              </a:spcBef>
              <a:spcAft>
                <a:spcPts val="900"/>
              </a:spcAft>
              <a:buClr>
                <a:schemeClr val="tx2"/>
              </a:buClr>
              <a:buFont typeface="Arial" panose="020B0604020202020204" pitchFamily="34" charset="0"/>
              <a:buNone/>
              <a:defRPr sz="1600" b="0" i="0">
                <a:solidFill>
                  <a:schemeClr val="tx2"/>
                </a:solidFill>
                <a:latin typeface="+mn-lt"/>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9" name="Picture 18">
            <a:extLst>
              <a:ext uri="{FF2B5EF4-FFF2-40B4-BE49-F238E27FC236}">
                <a16:creationId xmlns:a16="http://schemas.microsoft.com/office/drawing/2014/main" id="{ECC097AF-8898-DE4D-B869-55313A58DB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59193" y="6405915"/>
            <a:ext cx="990600" cy="635000"/>
          </a:xfrm>
          <a:prstGeom prst="rect">
            <a:avLst/>
          </a:prstGeom>
        </p:spPr>
      </p:pic>
      <p:sp>
        <p:nvSpPr>
          <p:cNvPr id="8" name="Footer Placeholder 7">
            <a:extLst>
              <a:ext uri="{FF2B5EF4-FFF2-40B4-BE49-F238E27FC236}">
                <a16:creationId xmlns:a16="http://schemas.microsoft.com/office/drawing/2014/main" id="{3410FA60-7D60-CF4C-887E-269F048B7EC6}"/>
              </a:ext>
            </a:extLst>
          </p:cNvPr>
          <p:cNvSpPr>
            <a:spLocks noGrp="1"/>
          </p:cNvSpPr>
          <p:nvPr>
            <p:ph type="ftr" sz="quarter" idx="11"/>
          </p:nvPr>
        </p:nvSpPr>
        <p:spPr>
          <a:xfrm>
            <a:off x="4038599" y="6639860"/>
            <a:ext cx="6376317" cy="182358"/>
          </a:xfrm>
        </p:spPr>
        <p:txBody>
          <a:bodyPr>
            <a:noAutofit/>
          </a:bodyPr>
          <a:lstStyle>
            <a:lvl1pPr algn="r">
              <a:defRPr sz="800"/>
            </a:lvl1pPr>
          </a:lstStyle>
          <a:p>
            <a:r>
              <a:rPr lang="en-US" dirty="0"/>
              <a:t>©2021 Exl Service Holdings, Inc. All rights reserved.</a:t>
            </a:r>
          </a:p>
        </p:txBody>
      </p:sp>
      <p:sp>
        <p:nvSpPr>
          <p:cNvPr id="9" name="Slide Number Placeholder 8">
            <a:extLst>
              <a:ext uri="{FF2B5EF4-FFF2-40B4-BE49-F238E27FC236}">
                <a16:creationId xmlns:a16="http://schemas.microsoft.com/office/drawing/2014/main" id="{998EC811-A5C4-444C-8FEE-8025B8013B0B}"/>
              </a:ext>
            </a:extLst>
          </p:cNvPr>
          <p:cNvSpPr>
            <a:spLocks noGrp="1"/>
          </p:cNvSpPr>
          <p:nvPr>
            <p:ph type="sldNum" sz="quarter" idx="12"/>
          </p:nvPr>
        </p:nvSpPr>
        <p:spPr>
          <a:xfrm>
            <a:off x="10477638" y="6639860"/>
            <a:ext cx="481556" cy="182358"/>
          </a:xfrm>
        </p:spPr>
        <p:txBody>
          <a:bodyPr>
            <a:noAutofit/>
          </a:bodyPr>
          <a:lstStyle>
            <a:lvl1pPr algn="l">
              <a:defRPr sz="800"/>
            </a:lvl1pPr>
          </a:lstStyle>
          <a:p>
            <a:fld id="{CCA08CA8-4222-D24F-ACDB-33341C247B6F}" type="slidenum">
              <a:rPr lang="en-US" smtClean="0"/>
              <a:pPr/>
              <a:t>‹#›</a:t>
            </a:fld>
            <a:endParaRPr lang="en-US" dirty="0"/>
          </a:p>
        </p:txBody>
      </p:sp>
    </p:spTree>
    <p:extLst>
      <p:ext uri="{BB962C8B-B14F-4D97-AF65-F5344CB8AC3E}">
        <p14:creationId xmlns:p14="http://schemas.microsoft.com/office/powerpoint/2010/main" val="122976719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200"/>
            <a:ext cx="11277600" cy="123348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457200" y="1825625"/>
            <a:ext cx="11277600" cy="39058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176963"/>
            <a:ext cx="3124200" cy="365125"/>
          </a:xfrm>
          <a:prstGeom prst="rect">
            <a:avLst/>
          </a:prstGeom>
        </p:spPr>
        <p:txBody>
          <a:bodyPr vert="horz" lIns="0" tIns="0" rIns="0" bIns="0" rtlCol="0" anchor="b" anchorCtr="0">
            <a:noAutofit/>
          </a:bodyPr>
          <a:lstStyle>
            <a:lvl1pPr algn="l">
              <a:defRPr sz="1200">
                <a:solidFill>
                  <a:schemeClr val="tx2"/>
                </a:solidFill>
              </a:defRPr>
            </a:lvl1pPr>
          </a:lstStyle>
          <a:p>
            <a:fld id="{0CCCACD6-8279-7A43-AFDE-A51255A0F160}" type="datetime1">
              <a:rPr lang="en-US" smtClean="0"/>
              <a:t>8/12/2026</a:t>
            </a:fld>
            <a:endParaRPr lang="en-US" dirty="0"/>
          </a:p>
        </p:txBody>
      </p:sp>
      <p:sp>
        <p:nvSpPr>
          <p:cNvPr id="5" name="Footer Placeholder 4"/>
          <p:cNvSpPr>
            <a:spLocks noGrp="1"/>
          </p:cNvSpPr>
          <p:nvPr>
            <p:ph type="ftr" sz="quarter" idx="3"/>
          </p:nvPr>
        </p:nvSpPr>
        <p:spPr>
          <a:xfrm>
            <a:off x="4038600" y="6176963"/>
            <a:ext cx="4114800" cy="365125"/>
          </a:xfrm>
          <a:prstGeom prst="rect">
            <a:avLst/>
          </a:prstGeom>
        </p:spPr>
        <p:txBody>
          <a:bodyPr vert="horz" lIns="0" tIns="0" rIns="0" bIns="0" rtlCol="0" anchor="b" anchorCtr="0">
            <a:noAutofit/>
          </a:bodyPr>
          <a:lstStyle>
            <a:lvl1pPr algn="ctr">
              <a:defRPr sz="1200">
                <a:solidFill>
                  <a:schemeClr val="tx2"/>
                </a:solidFill>
              </a:defRPr>
            </a:lvl1pPr>
          </a:lstStyle>
          <a:p>
            <a:r>
              <a:rPr lang="en-US" dirty="0"/>
              <a:t>©2024 ExlService Holdings, Inc. All rights reserved.</a:t>
            </a:r>
          </a:p>
        </p:txBody>
      </p:sp>
      <p:sp>
        <p:nvSpPr>
          <p:cNvPr id="6" name="Slide Number Placeholder 5"/>
          <p:cNvSpPr>
            <a:spLocks noGrp="1"/>
          </p:cNvSpPr>
          <p:nvPr>
            <p:ph type="sldNum" sz="quarter" idx="4"/>
          </p:nvPr>
        </p:nvSpPr>
        <p:spPr>
          <a:xfrm>
            <a:off x="8991600" y="6176963"/>
            <a:ext cx="2743200" cy="365125"/>
          </a:xfrm>
          <a:prstGeom prst="rect">
            <a:avLst/>
          </a:prstGeom>
        </p:spPr>
        <p:txBody>
          <a:bodyPr vert="horz" lIns="0" tIns="0" rIns="0" bIns="0" rtlCol="0" anchor="b" anchorCtr="0">
            <a:noAutofit/>
          </a:bodyPr>
          <a:lstStyle>
            <a:lvl1pPr algn="r">
              <a:defRPr sz="1200">
                <a:solidFill>
                  <a:schemeClr val="tx2"/>
                </a:solidFill>
              </a:defRPr>
            </a:lvl1pPr>
          </a:lstStyle>
          <a:p>
            <a:fld id="{CCA08CA8-4222-D24F-ACDB-33341C247B6F}" type="slidenum">
              <a:rPr lang="en-US" smtClean="0"/>
              <a:pPr/>
              <a:t>‹#›</a:t>
            </a:fld>
            <a:endParaRPr lang="en-US"/>
          </a:p>
        </p:txBody>
      </p:sp>
    </p:spTree>
    <p:extLst>
      <p:ext uri="{BB962C8B-B14F-4D97-AF65-F5344CB8AC3E}">
        <p14:creationId xmlns:p14="http://schemas.microsoft.com/office/powerpoint/2010/main" val="253740380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61" r:id="rId3"/>
    <p:sldLayoutId id="2147483675" r:id="rId4"/>
    <p:sldLayoutId id="2147483677" r:id="rId5"/>
    <p:sldLayoutId id="2147483727" r:id="rId6"/>
    <p:sldLayoutId id="2147483678" r:id="rId7"/>
    <p:sldLayoutId id="2147483681" r:id="rId8"/>
    <p:sldLayoutId id="2147483728" r:id="rId9"/>
    <p:sldLayoutId id="2147483685" r:id="rId10"/>
    <p:sldLayoutId id="2147483729" r:id="rId11"/>
    <p:sldLayoutId id="2147483717" r:id="rId12"/>
    <p:sldLayoutId id="2147483731" r:id="rId13"/>
    <p:sldLayoutId id="2147483719" r:id="rId14"/>
    <p:sldLayoutId id="2147483733" r:id="rId15"/>
    <p:sldLayoutId id="2147483734" r:id="rId16"/>
    <p:sldLayoutId id="2147483735" r:id="rId17"/>
    <p:sldLayoutId id="2147483689" r:id="rId18"/>
    <p:sldLayoutId id="2147483736" r:id="rId19"/>
    <p:sldLayoutId id="2147483737" r:id="rId20"/>
    <p:sldLayoutId id="2147483738" r:id="rId21"/>
    <p:sldLayoutId id="2147483739" r:id="rId22"/>
    <p:sldLayoutId id="2147483701" r:id="rId23"/>
    <p:sldLayoutId id="2147483699" r:id="rId24"/>
    <p:sldLayoutId id="2147483741" r:id="rId25"/>
    <p:sldLayoutId id="2147483705" r:id="rId26"/>
    <p:sldLayoutId id="2147483708" r:id="rId27"/>
    <p:sldLayoutId id="2147483709" r:id="rId28"/>
    <p:sldLayoutId id="2147483710" r:id="rId29"/>
    <p:sldLayoutId id="2147483742" r:id="rId3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a:solidFill>
            <a:schemeClr val="tx2"/>
          </a:solidFill>
          <a:latin typeface="+mj-lt"/>
          <a:ea typeface="+mn-ea"/>
          <a:cs typeface="+mn-cs"/>
        </a:defRPr>
      </a:lvl1pPr>
      <a:lvl2pPr marL="515938" indent="-225425" algn="l" defTabSz="914400" rtl="0" eaLnBrk="1" latinLnBrk="0" hangingPunct="1">
        <a:lnSpc>
          <a:spcPct val="90000"/>
        </a:lnSpc>
        <a:spcBef>
          <a:spcPts val="500"/>
        </a:spcBef>
        <a:buFont typeface="System Font Regular"/>
        <a:buChar char="–"/>
        <a:tabLst/>
        <a:defRPr sz="2400" kern="1200">
          <a:solidFill>
            <a:schemeClr val="tx2"/>
          </a:solidFill>
          <a:latin typeface="+mj-lt"/>
          <a:ea typeface="+mn-ea"/>
          <a:cs typeface="+mn-cs"/>
        </a:defRPr>
      </a:lvl2pPr>
      <a:lvl3pPr marL="808038" indent="-225425" algn="l" defTabSz="914400" rtl="0" eaLnBrk="1" latinLnBrk="0" hangingPunct="1">
        <a:lnSpc>
          <a:spcPct val="90000"/>
        </a:lnSpc>
        <a:spcBef>
          <a:spcPts val="500"/>
        </a:spcBef>
        <a:buFont typeface="System Font Regular"/>
        <a:buChar char="–"/>
        <a:tabLst/>
        <a:defRPr sz="2000" kern="1200">
          <a:solidFill>
            <a:schemeClr val="tx2"/>
          </a:solidFill>
          <a:latin typeface="+mj-lt"/>
          <a:ea typeface="+mn-ea"/>
          <a:cs typeface="+mn-cs"/>
        </a:defRPr>
      </a:lvl3pPr>
      <a:lvl4pPr marL="1090613" indent="-2349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4pPr>
      <a:lvl5pPr marL="1373188" indent="-273050" algn="l" defTabSz="914400" rtl="0" eaLnBrk="1" latinLnBrk="0" hangingPunct="1">
        <a:lnSpc>
          <a:spcPct val="90000"/>
        </a:lnSpc>
        <a:spcBef>
          <a:spcPts val="500"/>
        </a:spcBef>
        <a:buFont typeface="System Font Regular"/>
        <a:buChar char="–"/>
        <a:tabLst/>
        <a:defRPr sz="18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88" userDrawn="1">
          <p15:clr>
            <a:srgbClr val="F26B43"/>
          </p15:clr>
        </p15:guide>
        <p15:guide id="4" pos="7392" userDrawn="1">
          <p15:clr>
            <a:srgbClr val="F26B43"/>
          </p15:clr>
        </p15:guide>
        <p15:guide id="5" orient="horz" pos="4128" userDrawn="1">
          <p15:clr>
            <a:srgbClr val="F26B43"/>
          </p15:clr>
        </p15:guide>
        <p15:guide id="6"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6BFE8-6D58-5590-A1E7-A2795581D3C7}"/>
            </a:ext>
          </a:extLst>
        </p:cNvPr>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117B1F9E-08E9-7B40-0BA7-4C99689B9AFB}"/>
              </a:ext>
            </a:extLst>
          </p:cNvPr>
          <p:cNvSpPr/>
          <p:nvPr/>
        </p:nvSpPr>
        <p:spPr>
          <a:xfrm>
            <a:off x="396240" y="708024"/>
            <a:ext cx="11490960" cy="5621655"/>
          </a:xfrm>
          <a:prstGeom prst="roundRect">
            <a:avLst>
              <a:gd name="adj" fmla="val 2714"/>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1600" dirty="0">
              <a:solidFill>
                <a:schemeClr val="tx1"/>
              </a:solidFill>
            </a:endParaRPr>
          </a:p>
        </p:txBody>
      </p:sp>
      <p:sp>
        <p:nvSpPr>
          <p:cNvPr id="4" name="Title 1">
            <a:extLst>
              <a:ext uri="{FF2B5EF4-FFF2-40B4-BE49-F238E27FC236}">
                <a16:creationId xmlns:a16="http://schemas.microsoft.com/office/drawing/2014/main" id="{55A20902-D558-3616-7D89-C7810B01F283}"/>
              </a:ext>
            </a:extLst>
          </p:cNvPr>
          <p:cNvSpPr>
            <a:spLocks noGrp="1"/>
          </p:cNvSpPr>
          <p:nvPr>
            <p:ph type="ctrTitle"/>
          </p:nvPr>
        </p:nvSpPr>
        <p:spPr>
          <a:xfrm>
            <a:off x="457200" y="34925"/>
            <a:ext cx="11277600" cy="673100"/>
          </a:xfrm>
        </p:spPr>
        <p:txBody>
          <a:bodyPr anchor="ctr">
            <a:normAutofit/>
          </a:bodyPr>
          <a:lstStyle/>
          <a:p>
            <a:pPr>
              <a:buClr>
                <a:schemeClr val="tx2"/>
              </a:buClr>
            </a:pPr>
            <a:r>
              <a:rPr sz="2400" b="1"/>
              <a:t>Call Center Intel — Agentic AI for Sales &amp; Service Conversations</a:t>
            </a:r>
            <a:endParaRPr lang="en-US" sz="3200" dirty="0">
              <a:solidFill>
                <a:schemeClr val="tx2"/>
              </a:solidFill>
            </a:endParaRPr>
          </a:p>
        </p:txBody>
      </p:sp>
      <p:sp>
        <p:nvSpPr>
          <p:cNvPr id="6" name="Rectangle 5">
            <a:extLst>
              <a:ext uri="{FF2B5EF4-FFF2-40B4-BE49-F238E27FC236}">
                <a16:creationId xmlns:a16="http://schemas.microsoft.com/office/drawing/2014/main" id="{C8568F24-1340-890B-283C-18D9094E11AA}"/>
              </a:ext>
            </a:extLst>
          </p:cNvPr>
          <p:cNvSpPr/>
          <p:nvPr/>
        </p:nvSpPr>
        <p:spPr>
          <a:xfrm>
            <a:off x="457200" y="1412241"/>
            <a:ext cx="2304288" cy="2083876"/>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Arrow: Pentagon 4">
            <a:extLst>
              <a:ext uri="{FF2B5EF4-FFF2-40B4-BE49-F238E27FC236}">
                <a16:creationId xmlns:a16="http://schemas.microsoft.com/office/drawing/2014/main" id="{FE90E587-E904-18F9-76DC-B7FEDB0143D7}"/>
              </a:ext>
            </a:extLst>
          </p:cNvPr>
          <p:cNvSpPr/>
          <p:nvPr/>
        </p:nvSpPr>
        <p:spPr>
          <a:xfrm>
            <a:off x="457200" y="1307465"/>
            <a:ext cx="2304288" cy="26416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Industry Context </a:t>
            </a:r>
          </a:p>
        </p:txBody>
      </p:sp>
      <p:sp>
        <p:nvSpPr>
          <p:cNvPr id="12" name="Rectangle 11">
            <a:extLst>
              <a:ext uri="{FF2B5EF4-FFF2-40B4-BE49-F238E27FC236}">
                <a16:creationId xmlns:a16="http://schemas.microsoft.com/office/drawing/2014/main" id="{4040DAD7-71FF-D89E-C436-22B727959023}"/>
              </a:ext>
            </a:extLst>
          </p:cNvPr>
          <p:cNvSpPr/>
          <p:nvPr/>
        </p:nvSpPr>
        <p:spPr>
          <a:xfrm>
            <a:off x="5171441" y="1412240"/>
            <a:ext cx="6664956" cy="2083876"/>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Pentagon 12">
            <a:extLst>
              <a:ext uri="{FF2B5EF4-FFF2-40B4-BE49-F238E27FC236}">
                <a16:creationId xmlns:a16="http://schemas.microsoft.com/office/drawing/2014/main" id="{2FE74FDC-8658-AAF2-AF77-E20A1D6844FE}"/>
              </a:ext>
            </a:extLst>
          </p:cNvPr>
          <p:cNvSpPr/>
          <p:nvPr/>
        </p:nvSpPr>
        <p:spPr>
          <a:xfrm>
            <a:off x="5171441" y="1297305"/>
            <a:ext cx="6664956"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Functional Overview</a:t>
            </a:r>
          </a:p>
        </p:txBody>
      </p:sp>
      <p:sp>
        <p:nvSpPr>
          <p:cNvPr id="14" name="Rectangle 13">
            <a:extLst>
              <a:ext uri="{FF2B5EF4-FFF2-40B4-BE49-F238E27FC236}">
                <a16:creationId xmlns:a16="http://schemas.microsoft.com/office/drawing/2014/main" id="{817D2455-202B-5BC9-D097-90CE3CD4E61D}"/>
              </a:ext>
            </a:extLst>
          </p:cNvPr>
          <p:cNvSpPr/>
          <p:nvPr/>
        </p:nvSpPr>
        <p:spPr>
          <a:xfrm>
            <a:off x="457200" y="3781425"/>
            <a:ext cx="5638800" cy="2489300"/>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Pentagon 14">
            <a:extLst>
              <a:ext uri="{FF2B5EF4-FFF2-40B4-BE49-F238E27FC236}">
                <a16:creationId xmlns:a16="http://schemas.microsoft.com/office/drawing/2014/main" id="{BFC4D114-2BF9-7924-89C0-1CC7A9C148CE}"/>
              </a:ext>
            </a:extLst>
          </p:cNvPr>
          <p:cNvSpPr/>
          <p:nvPr/>
        </p:nvSpPr>
        <p:spPr>
          <a:xfrm>
            <a:off x="457200" y="3623945"/>
            <a:ext cx="563880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Technological Highlights</a:t>
            </a:r>
          </a:p>
        </p:txBody>
      </p:sp>
      <p:sp>
        <p:nvSpPr>
          <p:cNvPr id="16" name="Rectangle 15">
            <a:extLst>
              <a:ext uri="{FF2B5EF4-FFF2-40B4-BE49-F238E27FC236}">
                <a16:creationId xmlns:a16="http://schemas.microsoft.com/office/drawing/2014/main" id="{63171A88-D920-B434-5E26-372F07F2B9BC}"/>
              </a:ext>
            </a:extLst>
          </p:cNvPr>
          <p:cNvSpPr/>
          <p:nvPr/>
        </p:nvSpPr>
        <p:spPr>
          <a:xfrm>
            <a:off x="6187440" y="3781425"/>
            <a:ext cx="5638800" cy="2489300"/>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Pentagon 16">
            <a:extLst>
              <a:ext uri="{FF2B5EF4-FFF2-40B4-BE49-F238E27FC236}">
                <a16:creationId xmlns:a16="http://schemas.microsoft.com/office/drawing/2014/main" id="{3DC75C66-12C8-AFD3-EDE1-0F23F1D280D0}"/>
              </a:ext>
            </a:extLst>
          </p:cNvPr>
          <p:cNvSpPr/>
          <p:nvPr/>
        </p:nvSpPr>
        <p:spPr>
          <a:xfrm>
            <a:off x="6187440" y="3623945"/>
            <a:ext cx="563880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Business Impact</a:t>
            </a:r>
          </a:p>
        </p:txBody>
      </p:sp>
      <p:sp>
        <p:nvSpPr>
          <p:cNvPr id="18" name="TextBox 17">
            <a:extLst>
              <a:ext uri="{FF2B5EF4-FFF2-40B4-BE49-F238E27FC236}">
                <a16:creationId xmlns:a16="http://schemas.microsoft.com/office/drawing/2014/main" id="{F29F0FD8-FB77-46DF-CFA2-83ED823E713E}"/>
              </a:ext>
            </a:extLst>
          </p:cNvPr>
          <p:cNvSpPr txBox="1"/>
          <p:nvPr/>
        </p:nvSpPr>
        <p:spPr>
          <a:xfrm>
            <a:off x="457200" y="1584960"/>
            <a:ext cx="2286000" cy="1200329"/>
          </a:xfrm>
          <a:prstGeom prst="rect">
            <a:avLst/>
          </a:prstGeom>
          <a:noFill/>
        </p:spPr>
        <p:txBody>
          <a:bodyPr wrap="square" rtlCol="0">
            <a:noAutofit/>
          </a:bodyPr>
          <a:lstStyle/>
          <a:p>
            <a:pPr>
              <a:spcAft>
                <a:spcPts val="200"/>
              </a:spcAft>
            </a:pPr>
            <a:r>
              <a:rPr sz="700" b="1">
                <a:solidFill>
                  <a:srgbClr val="000000"/>
                </a:solidFill>
              </a:rPr>
              <a:t>Industry: </a:t>
            </a:r>
            <a:r>
              <a:rPr sz="700" b="0">
                <a:solidFill>
                  <a:srgbClr val="000000"/>
                </a:solidFill>
              </a:rPr>
              <a:t>built on an Insurance &amp; Healthcare application, but not tied to it — it fits any contact centre whose agents speak directly to prospects or members.</a:t>
            </a:r>
          </a:p>
          <a:p>
            <a:pPr>
              <a:spcAft>
                <a:spcPts val="200"/>
              </a:spcAft>
            </a:pPr>
            <a:r>
              <a:rPr sz="700" b="1">
                <a:solidFill>
                  <a:srgbClr val="000000"/>
                </a:solidFill>
              </a:rPr>
              <a:t>Trends: </a:t>
            </a:r>
            <a:r>
              <a:rPr sz="700" b="0">
                <a:solidFill>
                  <a:srgbClr val="000000"/>
                </a:solidFill>
              </a:rPr>
              <a:t>speech-to-text and language models are now cheap and fast enough to run on every call rather than a sampled review, while regulators tighten what may be said on a sales call.</a:t>
            </a:r>
          </a:p>
          <a:p>
            <a:pPr>
              <a:spcAft>
                <a:spcPts val="200"/>
              </a:spcAft>
            </a:pPr>
            <a:r>
              <a:rPr sz="700" b="1">
                <a:solidFill>
                  <a:srgbClr val="000000"/>
                </a:solidFill>
              </a:rPr>
              <a:t>Compliance exposure: </a:t>
            </a:r>
            <a:r>
              <a:rPr sz="700" b="0">
                <a:solidFill>
                  <a:srgbClr val="000000"/>
                </a:solidFill>
              </a:rPr>
              <a:t>violations surface only when a transcript is read, days or weeks later — by then the cost is remediation, penalties and reputational damage.</a:t>
            </a:r>
          </a:p>
          <a:p>
            <a:pPr>
              <a:spcAft>
                <a:spcPts val="200"/>
              </a:spcAft>
            </a:pPr>
            <a:r>
              <a:rPr sz="700" b="1">
                <a:solidFill>
                  <a:srgbClr val="000000"/>
                </a:solidFill>
              </a:rPr>
              <a:t>Copilot, not chatbot: </a:t>
            </a:r>
            <a:r>
              <a:rPr sz="700" b="0">
                <a:solidFill>
                  <a:srgbClr val="000000"/>
                </a:solidFill>
              </a:rPr>
              <a:t>the AI works symbiotically with the application — reading live data, driving the screens, filling records and placing calls for the agent.</a:t>
            </a:r>
          </a:p>
          <a:p>
            <a:pPr>
              <a:spcAft>
                <a:spcPts val="200"/>
              </a:spcAft>
            </a:pPr>
            <a:r>
              <a:rPr sz="700" b="1">
                <a:solidFill>
                  <a:srgbClr val="000000"/>
                </a:solidFill>
              </a:rPr>
              <a:t>Use case: </a:t>
            </a:r>
            <a:r>
              <a:rPr sz="700" b="0">
                <a:solidFill>
                  <a:srgbClr val="000000"/>
                </a:solidFill>
              </a:rPr>
              <a:t>a live AI layer that assists the agent while they work, and flags a breach while they are still speaking.</a:t>
            </a:r>
          </a:p>
        </p:txBody>
      </p:sp>
      <p:sp>
        <p:nvSpPr>
          <p:cNvPr id="9" name="Rectangle 8">
            <a:extLst>
              <a:ext uri="{FF2B5EF4-FFF2-40B4-BE49-F238E27FC236}">
                <a16:creationId xmlns:a16="http://schemas.microsoft.com/office/drawing/2014/main" id="{441A7B6D-0398-0FE8-CDD1-599D469B52B2}"/>
              </a:ext>
            </a:extLst>
          </p:cNvPr>
          <p:cNvSpPr/>
          <p:nvPr/>
        </p:nvSpPr>
        <p:spPr>
          <a:xfrm>
            <a:off x="2814320" y="1412240"/>
            <a:ext cx="2306320" cy="2086809"/>
          </a:xfrm>
          <a:prstGeom prst="rect">
            <a:avLst/>
          </a:prstGeom>
          <a:solidFill>
            <a:schemeClr val="bg2">
              <a:lumMod val="9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Pentagon 9">
            <a:extLst>
              <a:ext uri="{FF2B5EF4-FFF2-40B4-BE49-F238E27FC236}">
                <a16:creationId xmlns:a16="http://schemas.microsoft.com/office/drawing/2014/main" id="{6D2A01FF-BF42-9E31-AAC9-F28CD4D6A924}"/>
              </a:ext>
            </a:extLst>
          </p:cNvPr>
          <p:cNvSpPr/>
          <p:nvPr/>
        </p:nvSpPr>
        <p:spPr>
          <a:xfrm>
            <a:off x="2814320" y="1307465"/>
            <a:ext cx="2306320" cy="274320"/>
          </a:xfrm>
          <a:prstGeom prst="homePlate">
            <a:avLst/>
          </a:prstGeom>
          <a:solidFill>
            <a:srgbClr val="FB4E0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Client’s business problems</a:t>
            </a:r>
          </a:p>
        </p:txBody>
      </p:sp>
      <p:sp>
        <p:nvSpPr>
          <p:cNvPr id="19" name="TextBox 18">
            <a:extLst>
              <a:ext uri="{FF2B5EF4-FFF2-40B4-BE49-F238E27FC236}">
                <a16:creationId xmlns:a16="http://schemas.microsoft.com/office/drawing/2014/main" id="{3290F0C8-F93E-B121-BC3F-E8A586A3B1F6}"/>
              </a:ext>
            </a:extLst>
          </p:cNvPr>
          <p:cNvSpPr txBox="1"/>
          <p:nvPr/>
        </p:nvSpPr>
        <p:spPr>
          <a:xfrm>
            <a:off x="2824480" y="1624975"/>
            <a:ext cx="2221942" cy="646331"/>
          </a:xfrm>
          <a:prstGeom prst="rect">
            <a:avLst/>
          </a:prstGeom>
          <a:noFill/>
        </p:spPr>
        <p:txBody>
          <a:bodyPr wrap="square" rtlCol="0">
            <a:noAutofit/>
          </a:bodyPr>
          <a:lstStyle/>
          <a:p>
            <a:pPr>
              <a:spcAft>
                <a:spcPts val="200"/>
              </a:spcAft>
            </a:pPr>
            <a:r>
              <a:rPr sz="700" b="1">
                <a:solidFill>
                  <a:srgbClr val="000000"/>
                </a:solidFill>
              </a:rPr>
              <a:t>Compliance after the fact. </a:t>
            </a:r>
            <a:r>
              <a:rPr sz="700" b="0">
                <a:solidFill>
                  <a:srgbClr val="000000"/>
                </a:solidFill>
              </a:rPr>
              <a:t>By the time a transcript is read, the words are said and the exposure is booked.</a:t>
            </a:r>
          </a:p>
          <a:p>
            <a:pPr>
              <a:spcAft>
                <a:spcPts val="200"/>
              </a:spcAft>
            </a:pPr>
            <a:r>
              <a:rPr sz="700" b="1">
                <a:solidFill>
                  <a:srgbClr val="000000"/>
                </a:solidFill>
              </a:rPr>
              <a:t>QA from a sample. </a:t>
            </a:r>
            <a:r>
              <a:rPr sz="700" b="0">
                <a:solidFill>
                  <a:srgbClr val="000000"/>
                </a:solidFill>
              </a:rPr>
              <a:t>A handful of calls per agent are reviewed; the standard lives in each reviewer's head, so scoring drifts.</a:t>
            </a:r>
          </a:p>
          <a:p>
            <a:pPr>
              <a:spcAft>
                <a:spcPts val="200"/>
              </a:spcAft>
            </a:pPr>
            <a:r>
              <a:rPr sz="700" b="1">
                <a:solidFill>
                  <a:srgbClr val="000000"/>
                </a:solidFill>
              </a:rPr>
              <a:t>Ramp-up on live prospects. </a:t>
            </a:r>
            <a:r>
              <a:rPr sz="700" b="0">
                <a:solidFill>
                  <a:srgbClr val="000000"/>
                </a:solidFill>
              </a:rPr>
              <a:t>A new agent's first hard call is a real one, with a real compliance obligation.</a:t>
            </a:r>
          </a:p>
          <a:p>
            <a:pPr>
              <a:spcAft>
                <a:spcPts val="200"/>
              </a:spcAft>
            </a:pPr>
            <a:r>
              <a:rPr sz="700" b="1">
                <a:solidFill>
                  <a:srgbClr val="000000"/>
                </a:solidFill>
              </a:rPr>
              <a:t>Missed calls become lost leads. </a:t>
            </a:r>
            <a:r>
              <a:rPr sz="700" b="0">
                <a:solidFill>
                  <a:srgbClr val="000000"/>
                </a:solidFill>
              </a:rPr>
              <a:t>Prospects dial when every agent is busy or off-shift, and the lead dies on a twenty-second ring.</a:t>
            </a:r>
          </a:p>
          <a:p>
            <a:pPr>
              <a:spcAft>
                <a:spcPts val="200"/>
              </a:spcAft>
            </a:pPr>
            <a:r>
              <a:rPr sz="700" b="1">
                <a:solidFill>
                  <a:srgbClr val="000000"/>
                </a:solidFill>
              </a:rPr>
              <a:t>The screen competes with the customer. </a:t>
            </a:r>
            <a:r>
              <a:rPr sz="700" b="0">
                <a:solidFill>
                  <a:srgbClr val="000000"/>
                </a:solidFill>
              </a:rPr>
              <a:t>Agents type through the call instead of listening — and an assistant that only pushes text back adds one more thing to read.</a:t>
            </a:r>
          </a:p>
          <a:p>
            <a:pPr>
              <a:spcAft>
                <a:spcPts val="200"/>
              </a:spcAft>
            </a:pPr>
            <a:r>
              <a:rPr sz="700" b="1">
                <a:solidFill>
                  <a:srgbClr val="000000"/>
                </a:solidFill>
              </a:rPr>
              <a:t>AI cost can't be traced. </a:t>
            </a:r>
            <a:r>
              <a:rPr sz="700" b="0">
                <a:solidFill>
                  <a:srgbClr val="000000"/>
                </a:solidFill>
              </a:rPr>
              <a:t>Spend arrives as one vendor invoice — no per-call or per-agent figure to manage against.</a:t>
            </a:r>
          </a:p>
        </p:txBody>
      </p:sp>
      <p:sp>
        <p:nvSpPr>
          <p:cNvPr id="20" name="TextBox 19">
            <a:extLst>
              <a:ext uri="{FF2B5EF4-FFF2-40B4-BE49-F238E27FC236}">
                <a16:creationId xmlns:a16="http://schemas.microsoft.com/office/drawing/2014/main" id="{1D2916F6-A4BF-2416-AF79-0554EA5D6206}"/>
              </a:ext>
            </a:extLst>
          </p:cNvPr>
          <p:cNvSpPr txBox="1"/>
          <p:nvPr/>
        </p:nvSpPr>
        <p:spPr>
          <a:xfrm>
            <a:off x="5182989" y="1624975"/>
            <a:ext cx="6654106" cy="1877437"/>
          </a:xfrm>
          <a:prstGeom prst="rect">
            <a:avLst/>
          </a:prstGeom>
          <a:noFill/>
        </p:spPr>
        <p:txBody>
          <a:bodyPr wrap="square" rtlCol="0">
            <a:noAutofit/>
          </a:bodyPr>
          <a:lstStyle/>
          <a:p>
            <a:pPr>
              <a:spcAft>
                <a:spcPts val="200"/>
              </a:spcAft>
            </a:pPr>
            <a:r>
              <a:rPr sz="800" b="1">
                <a:solidFill>
                  <a:srgbClr val="000000"/>
                </a:solidFill>
              </a:rPr>
              <a:t>The Solution: </a:t>
            </a:r>
            <a:r>
              <a:rPr sz="800" b="0">
                <a:solidFill>
                  <a:srgbClr val="000000"/>
                </a:solidFill>
              </a:rPr>
              <a:t>Call Center Intel adds a real-time AI layer over the sales and service conversation itself — four pillars on one pipeline. (1) An </a:t>
            </a:r>
            <a:r>
              <a:rPr sz="800" b="1">
                <a:solidFill>
                  <a:srgbClr val="000000"/>
                </a:solidFill>
              </a:rPr>
              <a:t>Agentic Copilot</a:t>
            </a:r>
            <a:r>
              <a:rPr sz="800" b="0">
                <a:solidFill>
                  <a:srgbClr val="000000"/>
                </a:solidFill>
              </a:rPr>
              <a:t> with 23 governed tools that answers from live business data, drives the UI, drafts emails and record updates for one-click approval, and places calls from natural language. (2) </a:t>
            </a:r>
            <a:r>
              <a:rPr sz="800" b="1">
                <a:solidFill>
                  <a:srgbClr val="000000"/>
                </a:solidFill>
              </a:rPr>
              <a:t>Real-Time Conversation Intelligence</a:t>
            </a:r>
            <a:r>
              <a:rPr sz="800" b="0">
                <a:solidFill>
                  <a:srgbClr val="000000"/>
                </a:solidFill>
              </a:rPr>
              <a:t> — live transcription, two-layer compliance (deterministic rules in under a second, plus an AI layer that catches paraphrased violations), emotion-shift detection and proactive coaching. (3) A </a:t>
            </a:r>
            <a:r>
              <a:rPr sz="800" b="1">
                <a:solidFill>
                  <a:srgbClr val="000000"/>
                </a:solidFill>
              </a:rPr>
              <a:t>Supervisor Command Centre &amp; AI Governance</a:t>
            </a:r>
            <a:r>
              <a:rPr sz="800" b="0">
                <a:solidFill>
                  <a:srgbClr val="000000"/>
                </a:solidFill>
              </a:rPr>
              <a:t> where business users edit compliance rules, coaching rules and QA scoring criteria with no deployment. (4) </a:t>
            </a:r>
            <a:r>
              <a:rPr sz="800" b="1">
                <a:solidFill>
                  <a:srgbClr val="000000"/>
                </a:solidFill>
              </a:rPr>
              <a:t>Cost Transparency</a:t>
            </a:r>
            <a:r>
              <a:rPr sz="800" b="0">
                <a:solidFill>
                  <a:srgbClr val="000000"/>
                </a:solidFill>
              </a:rPr>
              <a:t> — per-call and per-agent AI cost from real usage logs, split by feature and drillable to the transcript behind any figure. A voice agent also answers inbound calls on hand-over, ring-timeout or out-of-hours — disclosing that it is automated, building the customer record mid-call and booking the callback.</a:t>
            </a:r>
          </a:p>
          <a:p>
            <a:pPr>
              <a:spcAft>
                <a:spcPts val="200"/>
              </a:spcAft>
            </a:pPr>
            <a:r>
              <a:rPr sz="800" b="1">
                <a:solidFill>
                  <a:srgbClr val="000000"/>
                </a:solidFill>
              </a:rPr>
              <a:t>How it works: </a:t>
            </a:r>
            <a:r>
              <a:rPr sz="800" b="0">
                <a:solidFill>
                  <a:srgbClr val="000000"/>
                </a:solidFill>
              </a:rPr>
              <a:t>call audio is transcribed live with speaker separation; one merged model call returns emotion, coaching and compliance together, keeping cost and latency predictable; hybrid retrieval grounds every answer in live plan, provider, pharmacy and CRM data so the model never guesses; results stream to the agent and supervisor screens as the conversation happens. Every AI interaction is logged for audit and cost attribution.</a:t>
            </a:r>
          </a:p>
          <a:p>
            <a:pPr>
              <a:spcAft>
                <a:spcPts val="200"/>
              </a:spcAft>
            </a:pPr>
            <a:r>
              <a:rPr sz="800" b="1">
                <a:solidFill>
                  <a:srgbClr val="000000"/>
                </a:solidFill>
              </a:rPr>
              <a:t>Fit with EXL sales: </a:t>
            </a:r>
            <a:r>
              <a:rPr sz="800" b="0">
                <a:solidFill>
                  <a:srgbClr val="000000"/>
                </a:solidFill>
              </a:rPr>
              <a:t>EXL consults on, builds and runs systems for some of the largest enterprises in the world. This is a complete end-to-end implementation, not a concept deck — it can be demonstrated as-is to any contact centre client from the first meeting of a pursuit. That makes it both a door-opener for new business and the clearest proof point of EXL's AI capability we can put in front of a client.</a:t>
            </a:r>
          </a:p>
        </p:txBody>
      </p:sp>
      <p:sp>
        <p:nvSpPr>
          <p:cNvPr id="21" name="TextBox 20">
            <a:extLst>
              <a:ext uri="{FF2B5EF4-FFF2-40B4-BE49-F238E27FC236}">
                <a16:creationId xmlns:a16="http://schemas.microsoft.com/office/drawing/2014/main" id="{7A0D16CA-572C-744B-8AAF-DBDEF574D554}"/>
              </a:ext>
            </a:extLst>
          </p:cNvPr>
          <p:cNvSpPr txBox="1"/>
          <p:nvPr/>
        </p:nvSpPr>
        <p:spPr>
          <a:xfrm>
            <a:off x="477521" y="3957321"/>
            <a:ext cx="5638799" cy="1384995"/>
          </a:xfrm>
          <a:prstGeom prst="rect">
            <a:avLst/>
          </a:prstGeom>
          <a:noFill/>
        </p:spPr>
        <p:txBody>
          <a:bodyPr wrap="square" rtlCol="0">
            <a:noAutofit/>
          </a:bodyPr>
          <a:lstStyle/>
          <a:p>
            <a:pPr>
              <a:spcAft>
                <a:spcPts val="200"/>
              </a:spcAft>
            </a:pPr>
            <a:r>
              <a:rPr sz="850" b="1">
                <a:solidFill>
                  <a:srgbClr val="000000"/>
                </a:solidFill>
              </a:rPr>
              <a:t>Core technologies: </a:t>
            </a:r>
            <a:r>
              <a:rPr sz="850" b="0">
                <a:solidFill>
                  <a:srgbClr val="000000"/>
                </a:solidFill>
              </a:rPr>
              <a:t>LangGraph tool-using agent (23 governed tools); Claude via OpenRouter for reasoning; Deepgram streaming speech-to-text; nomic-embed-text embeddings driving hybrid keyword + vector retrieval. Qdrant vector database for retrieval; MongoDB for application and reference data. Twilio programmable voice with bidirectional media streams; Cloudflare tunnel and Caddy gateway; containerised and cloud-portable. Node 20 + Express 5 (TypeScript) API, with a React 19 / TypeScript single-page front end.</a:t>
            </a:r>
            <a:endParaRPr kumimoji="0" lang="en-US" sz="1200" b="0" i="0" u="none" strike="noStrike" kern="1200" cap="none" spc="0" normalizeH="0" baseline="0" noProof="0" dirty="0">
              <a:ln>
                <a:noFill/>
              </a:ln>
              <a:solidFill>
                <a:srgbClr val="000000"/>
              </a:solidFill>
              <a:effectLst/>
              <a:uLnTx/>
              <a:uFillTx/>
              <a:ea typeface="Calibri" panose="020F0502020204030204" pitchFamily="34" charset="0"/>
              <a:cs typeface="Calibri" panose="020F0502020204030204" pitchFamily="34" charset="0"/>
            </a:endParaRPr>
          </a:p>
          <a:p>
            <a:pPr>
              <a:spcAft>
                <a:spcPts val="200"/>
              </a:spcAft>
            </a:pPr>
            <a:r>
              <a:rPr sz="850" b="1">
                <a:solidFill>
                  <a:srgbClr val="000000"/>
                </a:solidFill>
              </a:rPr>
              <a:t>Innovation factor: </a:t>
            </a:r>
            <a:r>
              <a:rPr sz="850" b="0">
                <a:solidFill>
                  <a:srgbClr val="000000"/>
                </a:solidFill>
              </a:rPr>
              <a:t>compliance and coaching enforced </a:t>
            </a:r>
            <a:r>
              <a:rPr sz="850" b="1">
                <a:solidFill>
                  <a:srgbClr val="000000"/>
                </a:solidFill>
              </a:rPr>
              <a:t>during</a:t>
            </a:r>
            <a:r>
              <a:rPr sz="850" b="0">
                <a:solidFill>
                  <a:srgbClr val="000000"/>
                </a:solidFill>
              </a:rPr>
              <a:t> the call, not after it; two-layer detection (instant rules + AI for paraphrase) so nothing is traded off between speed and nuance; no-code AI governance — business users, not engineers, own the rules and QA criteria, effective on the very next call.</a:t>
            </a:r>
          </a:p>
          <a:p>
            <a:pPr>
              <a:spcAft>
                <a:spcPts val="200"/>
              </a:spcAft>
            </a:pPr>
            <a:r>
              <a:rPr sz="850" b="1">
                <a:solidFill>
                  <a:srgbClr val="000000"/>
                </a:solidFill>
              </a:rPr>
              <a:t>Scalability: </a:t>
            </a:r>
            <a:r>
              <a:rPr sz="850" b="0">
                <a:solidFill>
                  <a:srgbClr val="000000"/>
                </a:solidFill>
              </a:rPr>
              <a:t>cost-engineered by design — one merged structured LLM call per 15-second window, prompt caching and typed outputs keep cost per call predictable as volume grows. Stateless containerised API scales horizontally; per-call and per-user cost telemetry projects spend to a 100-agent workforce from real usage logs.</a:t>
            </a:r>
          </a:p>
          <a:p>
            <a:pPr>
              <a:spcAft>
                <a:spcPts val="200"/>
              </a:spcAft>
            </a:pPr>
            <a:r>
              <a:rPr sz="850" b="1">
                <a:solidFill>
                  <a:srgbClr val="000000"/>
                </a:solidFill>
              </a:rPr>
              <a:t>Integration: </a:t>
            </a:r>
            <a:r>
              <a:rPr sz="850" b="0">
                <a:solidFill>
                  <a:srgbClr val="000000"/>
                </a:solidFill>
              </a:rPr>
              <a:t>REST + SSE surfaces and a governed tool layer sit over existing CRM, telephony and master data — the AI calls the same tools whether it is on chat or voice. Identity is injected server-side, never chosen by the model; a disabled capability is withheld from the AI rather than discouraged in a prompt.</a:t>
            </a:r>
          </a:p>
        </p:txBody>
      </p:sp>
      <p:sp>
        <p:nvSpPr>
          <p:cNvPr id="22" name="TextBox 21">
            <a:extLst>
              <a:ext uri="{FF2B5EF4-FFF2-40B4-BE49-F238E27FC236}">
                <a16:creationId xmlns:a16="http://schemas.microsoft.com/office/drawing/2014/main" id="{B45C384A-1D7A-A3D4-2B36-CF15B9DFAD37}"/>
              </a:ext>
            </a:extLst>
          </p:cNvPr>
          <p:cNvSpPr txBox="1"/>
          <p:nvPr/>
        </p:nvSpPr>
        <p:spPr>
          <a:xfrm>
            <a:off x="6197598" y="3964503"/>
            <a:ext cx="5638799" cy="2308324"/>
          </a:xfrm>
          <a:prstGeom prst="rect">
            <a:avLst/>
          </a:prstGeom>
          <a:noFill/>
        </p:spPr>
        <p:txBody>
          <a:bodyPr wrap="square" rtlCol="0">
            <a:noAutofit/>
          </a:bodyPr>
          <a:lstStyle/>
          <a:p>
            <a:pPr>
              <a:spcAft>
                <a:spcPts val="200"/>
              </a:spcAft>
            </a:pPr>
            <a:r>
              <a:rPr sz="850" b="1">
                <a:solidFill>
                  <a:srgbClr val="000000"/>
                </a:solidFill>
              </a:rPr>
              <a:t>Revenue streams: </a:t>
            </a:r>
            <a:r>
              <a:rPr sz="850" b="0">
                <a:solidFill>
                  <a:srgbClr val="000000"/>
                </a:solidFill>
              </a:rPr>
              <a:t>the primary stream is expansion — open new lines of business with organisations whose core operation is the contact centre, use this as living proof of what AI can do for them, and implement across the rest of their operation from there. Commercially it lands as a per-agent-seat subscription for the copilot and conversation intelligence, per-call pricing for automated inbound handling, and an outcome-linked QA and compliance tier — each also strengthening managed-operations deals.</a:t>
            </a:r>
          </a:p>
          <a:p>
            <a:pPr>
              <a:spcAft>
                <a:spcPts val="200"/>
              </a:spcAft>
            </a:pPr>
            <a:r>
              <a:rPr sz="850" b="1">
                <a:solidFill>
                  <a:srgbClr val="000000"/>
                </a:solidFill>
              </a:rPr>
              <a:t>Customer / stakeholder value: </a:t>
            </a:r>
            <a:r>
              <a:rPr sz="850" b="0">
                <a:solidFill>
                  <a:srgbClr val="000000"/>
                </a:solidFill>
              </a:rPr>
              <a:t>agents get their hours back for people ready to talk; supervisors are effectively present on every live call rather than a sampled handful; compliance teams get evidence-quoted scorecards on 100% of conversations with a full audit trail; CFOs get per-call cost attribution instead of a single opaque invoice; and business owners can change the rules themselves without a release cycle.</a:t>
            </a:r>
          </a:p>
          <a:p>
            <a:pPr>
              <a:spcAft>
                <a:spcPts val="200"/>
              </a:spcAft>
            </a:pPr>
            <a:r>
              <a:rPr sz="850" b="1">
                <a:solidFill>
                  <a:srgbClr val="000000"/>
                </a:solidFill>
              </a:rPr>
              <a:t>Potential impact: </a:t>
            </a:r>
            <a:r>
              <a:rPr sz="850" b="0">
                <a:solidFill>
                  <a:srgbClr val="000000"/>
                </a:solidFill>
              </a:rPr>
              <a:t>captured leads that would otherwise die unanswered on ring-out and out-of-hours; QA coverage moves from a reviewed sample to every call; violations are caught in the moment rather than weeks later, reducing remediation and regulatory exposure; new-agent ramp shortens because coaching and hands-free data capture arrive from day one; supervisor span of control widens without added headcount.</a:t>
            </a:r>
          </a:p>
          <a:p>
            <a:pPr>
              <a:spcAft>
                <a:spcPts val="200"/>
              </a:spcAft>
            </a:pPr>
            <a:r>
              <a:rPr sz="850" b="1">
                <a:solidFill>
                  <a:srgbClr val="000000"/>
                </a:solidFill>
              </a:rPr>
              <a:t>Cost structure: </a:t>
            </a:r>
            <a:r>
              <a:rPr sz="850" b="0">
                <a:solidFill>
                  <a:srgbClr val="000000"/>
                </a:solidFill>
              </a:rPr>
              <a:t>dominant variable cost is LLM and STT usage per call minute — already measured and attributable in the platform; fixed costs are container hosting, Qdrant and MongoDB. The POC runs today on commodity cloud infrastructure with open-source components, so the build investment is incremental engineering rather than new licensing.</a:t>
            </a:r>
          </a:p>
        </p:txBody>
      </p:sp>
    </p:spTree>
    <p:extLst>
      <p:ext uri="{BB962C8B-B14F-4D97-AF65-F5344CB8AC3E}">
        <p14:creationId xmlns:p14="http://schemas.microsoft.com/office/powerpoint/2010/main" val="2900283342"/>
      </p:ext>
    </p:extLst>
  </p:cSld>
  <p:clrMapOvr>
    <a:masterClrMapping/>
  </p:clrMapOvr>
</p:sld>
</file>

<file path=ppt/theme/theme1.xml><?xml version="1.0" encoding="utf-8"?>
<a:theme xmlns:a="http://schemas.openxmlformats.org/drawingml/2006/main" name="Office Theme">
  <a:themeElements>
    <a:clrScheme name="EXL 2023">
      <a:dk1>
        <a:srgbClr val="000000"/>
      </a:dk1>
      <a:lt1>
        <a:srgbClr val="FFFFFF"/>
      </a:lt1>
      <a:dk2>
        <a:srgbClr val="FB4D0A"/>
      </a:dk2>
      <a:lt2>
        <a:srgbClr val="FFFFFF"/>
      </a:lt2>
      <a:accent1>
        <a:srgbClr val="2E3643"/>
      </a:accent1>
      <a:accent2>
        <a:srgbClr val="6D727B"/>
      </a:accent2>
      <a:accent3>
        <a:srgbClr val="005071"/>
      </a:accent3>
      <a:accent4>
        <a:srgbClr val="4D849B"/>
      </a:accent4>
      <a:accent5>
        <a:srgbClr val="DCF3FA"/>
      </a:accent5>
      <a:accent6>
        <a:srgbClr val="E6F6F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3" id="{75DB2D68-EB8A-4D47-9097-25EC9E13C876}" vid="{0310C97A-7711-40A4-A3F2-58B78CFBECD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Template>
  <TotalTime>1585</TotalTime>
  <Words>301</Words>
  <Application>Microsoft Office PowerPoint</Application>
  <PresentationFormat>Widescreen</PresentationFormat>
  <Paragraphs>27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System Font Regular</vt:lpstr>
      <vt:lpstr>Office Theme</vt:lpstr>
      <vt:lpstr>Idea Title</vt:lpstr>
    </vt:vector>
  </TitlesOfParts>
  <Company>EXL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Sprint</dc:title>
  <dc:creator>Grace Singh</dc:creator>
  <cp:lastModifiedBy>Vinayak Chopra</cp:lastModifiedBy>
  <cp:revision>31</cp:revision>
  <dcterms:created xsi:type="dcterms:W3CDTF">2024-06-06T10:38:18Z</dcterms:created>
  <dcterms:modified xsi:type="dcterms:W3CDTF">2026-08-12T13:42:41Z</dcterms:modified>
</cp:coreProperties>
</file>