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387" r:id="rId2"/>
    <p:sldId id="2147473180" r:id="rId3"/>
    <p:sldId id="214747317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A926AE5-BF8E-49F8-9AEC-3C93541E5A06}" v="44" dt="2026-01-06T09:35:11.2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706" autoAdjust="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i Santhosh" userId="1f1393d7-1858-4b78-9e0d-f7ee831bb78a" providerId="ADAL" clId="{B887CED6-D0B1-467F-9246-E54953EEB7B5}"/>
    <pc:docChg chg="undo redo custSel addSld delSld modSld sldOrd">
      <pc:chgData name="Sai Santhosh" userId="1f1393d7-1858-4b78-9e0d-f7ee831bb78a" providerId="ADAL" clId="{B887CED6-D0B1-467F-9246-E54953EEB7B5}" dt="2026-01-06T09:35:46.008" v="355" actId="14100"/>
      <pc:docMkLst>
        <pc:docMk/>
      </pc:docMkLst>
      <pc:sldChg chg="modSp mod">
        <pc:chgData name="Sai Santhosh" userId="1f1393d7-1858-4b78-9e0d-f7ee831bb78a" providerId="ADAL" clId="{B887CED6-D0B1-467F-9246-E54953EEB7B5}" dt="2026-01-06T09:07:38.781" v="333" actId="20577"/>
        <pc:sldMkLst>
          <pc:docMk/>
          <pc:sldMk cId="2538675790" sldId="387"/>
        </pc:sldMkLst>
        <pc:spChg chg="mod">
          <ac:chgData name="Sai Santhosh" userId="1f1393d7-1858-4b78-9e0d-f7ee831bb78a" providerId="ADAL" clId="{B887CED6-D0B1-467F-9246-E54953EEB7B5}" dt="2026-01-06T09:05:24.315" v="202" actId="20577"/>
          <ac:spMkLst>
            <pc:docMk/>
            <pc:sldMk cId="2538675790" sldId="387"/>
            <ac:spMk id="4" creationId="{CC5E2174-CEBC-DA0E-4A29-28F8D90527FF}"/>
          </ac:spMkLst>
        </pc:spChg>
        <pc:spChg chg="mod">
          <ac:chgData name="Sai Santhosh" userId="1f1393d7-1858-4b78-9e0d-f7ee831bb78a" providerId="ADAL" clId="{B887CED6-D0B1-467F-9246-E54953EEB7B5}" dt="2026-01-06T09:07:38.781" v="333" actId="20577"/>
          <ac:spMkLst>
            <pc:docMk/>
            <pc:sldMk cId="2538675790" sldId="387"/>
            <ac:spMk id="6" creationId="{8888B4A6-D636-E74D-85CC-AD4ACBC3441C}"/>
          </ac:spMkLst>
        </pc:spChg>
      </pc:sldChg>
      <pc:sldChg chg="addSp delSp modSp mod">
        <pc:chgData name="Sai Santhosh" userId="1f1393d7-1858-4b78-9e0d-f7ee831bb78a" providerId="ADAL" clId="{B887CED6-D0B1-467F-9246-E54953EEB7B5}" dt="2026-01-06T09:02:44.925" v="187" actId="1076"/>
        <pc:sldMkLst>
          <pc:docMk/>
          <pc:sldMk cId="1744837214" sldId="2147473179"/>
        </pc:sldMkLst>
        <pc:spChg chg="mod">
          <ac:chgData name="Sai Santhosh" userId="1f1393d7-1858-4b78-9e0d-f7ee831bb78a" providerId="ADAL" clId="{B887CED6-D0B1-467F-9246-E54953EEB7B5}" dt="2026-01-06T08:47:42.256" v="5" actId="20577"/>
          <ac:spMkLst>
            <pc:docMk/>
            <pc:sldMk cId="1744837214" sldId="2147473179"/>
            <ac:spMk id="2" creationId="{587DDDA4-8CA8-055E-9024-C7E86F26C0AE}"/>
          </ac:spMkLst>
        </pc:spChg>
        <pc:spChg chg="mod">
          <ac:chgData name="Sai Santhosh" userId="1f1393d7-1858-4b78-9e0d-f7ee831bb78a" providerId="ADAL" clId="{B887CED6-D0B1-467F-9246-E54953EEB7B5}" dt="2026-01-06T08:51:47.879" v="60" actId="255"/>
          <ac:spMkLst>
            <pc:docMk/>
            <pc:sldMk cId="1744837214" sldId="2147473179"/>
            <ac:spMk id="3" creationId="{6F8113D7-7C57-78FC-4D3D-4F12000D9CD5}"/>
          </ac:spMkLst>
        </pc:spChg>
        <pc:spChg chg="mod">
          <ac:chgData name="Sai Santhosh" userId="1f1393d7-1858-4b78-9e0d-f7ee831bb78a" providerId="ADAL" clId="{B887CED6-D0B1-467F-9246-E54953EEB7B5}" dt="2026-01-06T08:58:21.874" v="136"/>
          <ac:spMkLst>
            <pc:docMk/>
            <pc:sldMk cId="1744837214" sldId="2147473179"/>
            <ac:spMk id="4" creationId="{B716ECEF-4C14-283B-297C-3C02C728DD9B}"/>
          </ac:spMkLst>
        </pc:spChg>
        <pc:spChg chg="add mod">
          <ac:chgData name="Sai Santhosh" userId="1f1393d7-1858-4b78-9e0d-f7ee831bb78a" providerId="ADAL" clId="{B887CED6-D0B1-467F-9246-E54953EEB7B5}" dt="2026-01-06T08:57:15.185" v="133" actId="6549"/>
          <ac:spMkLst>
            <pc:docMk/>
            <pc:sldMk cId="1744837214" sldId="2147473179"/>
            <ac:spMk id="13" creationId="{1FC422D4-56E0-12D8-9FEB-3DDBF30C6610}"/>
          </ac:spMkLst>
        </pc:spChg>
        <pc:spChg chg="mod">
          <ac:chgData name="Sai Santhosh" userId="1f1393d7-1858-4b78-9e0d-f7ee831bb78a" providerId="ADAL" clId="{B887CED6-D0B1-467F-9246-E54953EEB7B5}" dt="2026-01-06T08:58:05.020" v="135"/>
          <ac:spMkLst>
            <pc:docMk/>
            <pc:sldMk cId="1744837214" sldId="2147473179"/>
            <ac:spMk id="14" creationId="{DCEF2716-2891-5F94-3113-5D596B9DA475}"/>
          </ac:spMkLst>
        </pc:spChg>
        <pc:spChg chg="mod">
          <ac:chgData name="Sai Santhosh" userId="1f1393d7-1858-4b78-9e0d-f7ee831bb78a" providerId="ADAL" clId="{B887CED6-D0B1-467F-9246-E54953EEB7B5}" dt="2026-01-06T08:47:25.987" v="0"/>
          <ac:spMkLst>
            <pc:docMk/>
            <pc:sldMk cId="1744837214" sldId="2147473179"/>
            <ac:spMk id="15" creationId="{AC01C2D4-57B1-64BD-E3D3-EAAF311F4AA6}"/>
          </ac:spMkLst>
        </pc:spChg>
        <pc:spChg chg="mod">
          <ac:chgData name="Sai Santhosh" userId="1f1393d7-1858-4b78-9e0d-f7ee831bb78a" providerId="ADAL" clId="{B887CED6-D0B1-467F-9246-E54953EEB7B5}" dt="2026-01-06T09:02:26.318" v="183" actId="6549"/>
          <ac:spMkLst>
            <pc:docMk/>
            <pc:sldMk cId="1744837214" sldId="2147473179"/>
            <ac:spMk id="31" creationId="{26F4A9B8-BF55-64C8-84E3-D0A3AF36766A}"/>
          </ac:spMkLst>
        </pc:spChg>
        <pc:spChg chg="del">
          <ac:chgData name="Sai Santhosh" userId="1f1393d7-1858-4b78-9e0d-f7ee831bb78a" providerId="ADAL" clId="{B887CED6-D0B1-467F-9246-E54953EEB7B5}" dt="2026-01-06T08:53:23.783" v="85" actId="478"/>
          <ac:spMkLst>
            <pc:docMk/>
            <pc:sldMk cId="1744837214" sldId="2147473179"/>
            <ac:spMk id="34" creationId="{EB5FDA52-5F6A-094A-CA9B-F57B590750E3}"/>
          </ac:spMkLst>
        </pc:spChg>
        <pc:spChg chg="mod">
          <ac:chgData name="Sai Santhosh" userId="1f1393d7-1858-4b78-9e0d-f7ee831bb78a" providerId="ADAL" clId="{B887CED6-D0B1-467F-9246-E54953EEB7B5}" dt="2026-01-06T08:57:50.828" v="134"/>
          <ac:spMkLst>
            <pc:docMk/>
            <pc:sldMk cId="1744837214" sldId="2147473179"/>
            <ac:spMk id="40" creationId="{7FB32C7F-BE5C-ED78-BF95-30D1A230F437}"/>
          </ac:spMkLst>
        </pc:spChg>
        <pc:spChg chg="add del mod">
          <ac:chgData name="Sai Santhosh" userId="1f1393d7-1858-4b78-9e0d-f7ee831bb78a" providerId="ADAL" clId="{B887CED6-D0B1-467F-9246-E54953EEB7B5}" dt="2026-01-06T08:54:07.266" v="97" actId="478"/>
          <ac:spMkLst>
            <pc:docMk/>
            <pc:sldMk cId="1744837214" sldId="2147473179"/>
            <ac:spMk id="96" creationId="{7C70947C-8E00-D13B-A314-0B5F0FE4AFFE}"/>
          </ac:spMkLst>
        </pc:spChg>
        <pc:spChg chg="del mod">
          <ac:chgData name="Sai Santhosh" userId="1f1393d7-1858-4b78-9e0d-f7ee831bb78a" providerId="ADAL" clId="{B887CED6-D0B1-467F-9246-E54953EEB7B5}" dt="2026-01-06T08:53:23.783" v="85" actId="478"/>
          <ac:spMkLst>
            <pc:docMk/>
            <pc:sldMk cId="1744837214" sldId="2147473179"/>
            <ac:spMk id="97" creationId="{DECED53F-FBDD-4B36-D6F5-0E1F9FA74BD9}"/>
          </ac:spMkLst>
        </pc:spChg>
        <pc:spChg chg="del mod">
          <ac:chgData name="Sai Santhosh" userId="1f1393d7-1858-4b78-9e0d-f7ee831bb78a" providerId="ADAL" clId="{B887CED6-D0B1-467F-9246-E54953EEB7B5}" dt="2026-01-06T08:53:23.783" v="85" actId="478"/>
          <ac:spMkLst>
            <pc:docMk/>
            <pc:sldMk cId="1744837214" sldId="2147473179"/>
            <ac:spMk id="98" creationId="{745D5923-1D3A-4AC4-1251-8DD735D8D691}"/>
          </ac:spMkLst>
        </pc:spChg>
        <pc:spChg chg="del mod">
          <ac:chgData name="Sai Santhosh" userId="1f1393d7-1858-4b78-9e0d-f7ee831bb78a" providerId="ADAL" clId="{B887CED6-D0B1-467F-9246-E54953EEB7B5}" dt="2026-01-06T08:53:23.783" v="85" actId="478"/>
          <ac:spMkLst>
            <pc:docMk/>
            <pc:sldMk cId="1744837214" sldId="2147473179"/>
            <ac:spMk id="99" creationId="{36CE3D6F-4F1A-3E5E-61A7-44EAEE692FF9}"/>
          </ac:spMkLst>
        </pc:spChg>
        <pc:spChg chg="del mod">
          <ac:chgData name="Sai Santhosh" userId="1f1393d7-1858-4b78-9e0d-f7ee831bb78a" providerId="ADAL" clId="{B887CED6-D0B1-467F-9246-E54953EEB7B5}" dt="2026-01-06T08:53:48.064" v="91" actId="478"/>
          <ac:spMkLst>
            <pc:docMk/>
            <pc:sldMk cId="1744837214" sldId="2147473179"/>
            <ac:spMk id="100" creationId="{E3DBA458-BC65-A256-653C-70895F2B386D}"/>
          </ac:spMkLst>
        </pc:spChg>
        <pc:spChg chg="del mod">
          <ac:chgData name="Sai Santhosh" userId="1f1393d7-1858-4b78-9e0d-f7ee831bb78a" providerId="ADAL" clId="{B887CED6-D0B1-467F-9246-E54953EEB7B5}" dt="2026-01-06T08:53:56.458" v="93" actId="478"/>
          <ac:spMkLst>
            <pc:docMk/>
            <pc:sldMk cId="1744837214" sldId="2147473179"/>
            <ac:spMk id="112" creationId="{8928214F-D8AA-0B5F-16A6-0068F6DC0E47}"/>
          </ac:spMkLst>
        </pc:spChg>
        <pc:spChg chg="del">
          <ac:chgData name="Sai Santhosh" userId="1f1393d7-1858-4b78-9e0d-f7ee831bb78a" providerId="ADAL" clId="{B887CED6-D0B1-467F-9246-E54953EEB7B5}" dt="2026-01-06T08:53:02.545" v="78" actId="478"/>
          <ac:spMkLst>
            <pc:docMk/>
            <pc:sldMk cId="1744837214" sldId="2147473179"/>
            <ac:spMk id="114" creationId="{57C7C1A9-09BF-F583-57D4-1402D6005E9E}"/>
          </ac:spMkLst>
        </pc:spChg>
        <pc:spChg chg="del">
          <ac:chgData name="Sai Santhosh" userId="1f1393d7-1858-4b78-9e0d-f7ee831bb78a" providerId="ADAL" clId="{B887CED6-D0B1-467F-9246-E54953EEB7B5}" dt="2026-01-06T08:53:23.783" v="85" actId="478"/>
          <ac:spMkLst>
            <pc:docMk/>
            <pc:sldMk cId="1744837214" sldId="2147473179"/>
            <ac:spMk id="117" creationId="{87DAEBC6-B1F4-593E-6EAF-C00CC5BBCE2C}"/>
          </ac:spMkLst>
        </pc:spChg>
        <pc:spChg chg="del">
          <ac:chgData name="Sai Santhosh" userId="1f1393d7-1858-4b78-9e0d-f7ee831bb78a" providerId="ADAL" clId="{B887CED6-D0B1-467F-9246-E54953EEB7B5}" dt="2026-01-06T08:53:59.966" v="94" actId="478"/>
          <ac:spMkLst>
            <pc:docMk/>
            <pc:sldMk cId="1744837214" sldId="2147473179"/>
            <ac:spMk id="118" creationId="{A49361ED-39EC-29BF-0A15-2E80936AED40}"/>
          </ac:spMkLst>
        </pc:spChg>
        <pc:spChg chg="del">
          <ac:chgData name="Sai Santhosh" userId="1f1393d7-1858-4b78-9e0d-f7ee831bb78a" providerId="ADAL" clId="{B887CED6-D0B1-467F-9246-E54953EEB7B5}" dt="2026-01-06T08:53:33.561" v="88" actId="478"/>
          <ac:spMkLst>
            <pc:docMk/>
            <pc:sldMk cId="1744837214" sldId="2147473179"/>
            <ac:spMk id="135" creationId="{716333A0-8CE7-B894-1FDA-4DCF3AC4EC74}"/>
          </ac:spMkLst>
        </pc:spChg>
        <pc:spChg chg="del">
          <ac:chgData name="Sai Santhosh" userId="1f1393d7-1858-4b78-9e0d-f7ee831bb78a" providerId="ADAL" clId="{B887CED6-D0B1-467F-9246-E54953EEB7B5}" dt="2026-01-06T08:53:39.890" v="89" actId="478"/>
          <ac:spMkLst>
            <pc:docMk/>
            <pc:sldMk cId="1744837214" sldId="2147473179"/>
            <ac:spMk id="136" creationId="{688368A4-B34F-9DA6-6922-44696183E897}"/>
          </ac:spMkLst>
        </pc:spChg>
        <pc:spChg chg="del">
          <ac:chgData name="Sai Santhosh" userId="1f1393d7-1858-4b78-9e0d-f7ee831bb78a" providerId="ADAL" clId="{B887CED6-D0B1-467F-9246-E54953EEB7B5}" dt="2026-01-06T08:53:23.783" v="85" actId="478"/>
          <ac:spMkLst>
            <pc:docMk/>
            <pc:sldMk cId="1744837214" sldId="2147473179"/>
            <ac:spMk id="139" creationId="{0D1941CA-EE2C-FE1A-4CCC-8C22B84F4993}"/>
          </ac:spMkLst>
        </pc:spChg>
        <pc:spChg chg="del">
          <ac:chgData name="Sai Santhosh" userId="1f1393d7-1858-4b78-9e0d-f7ee831bb78a" providerId="ADAL" clId="{B887CED6-D0B1-467F-9246-E54953EEB7B5}" dt="2026-01-06T08:53:29.559" v="86" actId="478"/>
          <ac:spMkLst>
            <pc:docMk/>
            <pc:sldMk cId="1744837214" sldId="2147473179"/>
            <ac:spMk id="150" creationId="{6539ECF8-0688-AA93-F211-2F7C7AC66EF7}"/>
          </ac:spMkLst>
        </pc:spChg>
        <pc:spChg chg="del">
          <ac:chgData name="Sai Santhosh" userId="1f1393d7-1858-4b78-9e0d-f7ee831bb78a" providerId="ADAL" clId="{B887CED6-D0B1-467F-9246-E54953EEB7B5}" dt="2026-01-06T08:52:59.714" v="77" actId="478"/>
          <ac:spMkLst>
            <pc:docMk/>
            <pc:sldMk cId="1744837214" sldId="2147473179"/>
            <ac:spMk id="151" creationId="{553C94C7-D06D-980B-8539-C87B30FFA83A}"/>
          </ac:spMkLst>
        </pc:spChg>
        <pc:picChg chg="mod">
          <ac:chgData name="Sai Santhosh" userId="1f1393d7-1858-4b78-9e0d-f7ee831bb78a" providerId="ADAL" clId="{B887CED6-D0B1-467F-9246-E54953EEB7B5}" dt="2026-01-06T09:02:30.431" v="184" actId="1076"/>
          <ac:picMkLst>
            <pc:docMk/>
            <pc:sldMk cId="1744837214" sldId="2147473179"/>
            <ac:picMk id="32" creationId="{513B6322-4E36-02CB-878C-572C0629D0DC}"/>
          </ac:picMkLst>
        </pc:picChg>
        <pc:picChg chg="mod">
          <ac:chgData name="Sai Santhosh" userId="1f1393d7-1858-4b78-9e0d-f7ee831bb78a" providerId="ADAL" clId="{B887CED6-D0B1-467F-9246-E54953EEB7B5}" dt="2026-01-06T09:02:44.925" v="187" actId="1076"/>
          <ac:picMkLst>
            <pc:docMk/>
            <pc:sldMk cId="1744837214" sldId="2147473179"/>
            <ac:picMk id="33" creationId="{A82FB11B-8EEC-DCC0-571A-66355A06D3B7}"/>
          </ac:picMkLst>
        </pc:picChg>
        <pc:picChg chg="mod">
          <ac:chgData name="Sai Santhosh" userId="1f1393d7-1858-4b78-9e0d-f7ee831bb78a" providerId="ADAL" clId="{B887CED6-D0B1-467F-9246-E54953EEB7B5}" dt="2026-01-06T09:02:39.306" v="186" actId="1076"/>
          <ac:picMkLst>
            <pc:docMk/>
            <pc:sldMk cId="1744837214" sldId="2147473179"/>
            <ac:picMk id="35" creationId="{5CEA4962-BB22-6DF3-F06C-EDEB5229D3E6}"/>
          </ac:picMkLst>
        </pc:picChg>
        <pc:picChg chg="del">
          <ac:chgData name="Sai Santhosh" userId="1f1393d7-1858-4b78-9e0d-f7ee831bb78a" providerId="ADAL" clId="{B887CED6-D0B1-467F-9246-E54953EEB7B5}" dt="2026-01-06T09:01:10.073" v="160" actId="478"/>
          <ac:picMkLst>
            <pc:docMk/>
            <pc:sldMk cId="1744837214" sldId="2147473179"/>
            <ac:picMk id="36" creationId="{ABF3A59F-10D7-89CE-5BF3-39ED292EA763}"/>
          </ac:picMkLst>
        </pc:picChg>
        <pc:picChg chg="del">
          <ac:chgData name="Sai Santhosh" userId="1f1393d7-1858-4b78-9e0d-f7ee831bb78a" providerId="ADAL" clId="{B887CED6-D0B1-467F-9246-E54953EEB7B5}" dt="2026-01-06T09:00:52.350" v="156" actId="478"/>
          <ac:picMkLst>
            <pc:docMk/>
            <pc:sldMk cId="1744837214" sldId="2147473179"/>
            <ac:picMk id="38" creationId="{A11DAFED-A70E-00C4-8ABF-1C28B7ABE822}"/>
          </ac:picMkLst>
        </pc:picChg>
        <pc:picChg chg="del">
          <ac:chgData name="Sai Santhosh" userId="1f1393d7-1858-4b78-9e0d-f7ee831bb78a" providerId="ADAL" clId="{B887CED6-D0B1-467F-9246-E54953EEB7B5}" dt="2026-01-06T09:01:07.606" v="159" actId="478"/>
          <ac:picMkLst>
            <pc:docMk/>
            <pc:sldMk cId="1744837214" sldId="2147473179"/>
            <ac:picMk id="39" creationId="{016FF1FB-3424-7A66-4BD2-92A3CDE45DE1}"/>
          </ac:picMkLst>
        </pc:picChg>
        <pc:picChg chg="mod">
          <ac:chgData name="Sai Santhosh" userId="1f1393d7-1858-4b78-9e0d-f7ee831bb78a" providerId="ADAL" clId="{B887CED6-D0B1-467F-9246-E54953EEB7B5}" dt="2026-01-06T09:02:01.791" v="173" actId="1076"/>
          <ac:picMkLst>
            <pc:docMk/>
            <pc:sldMk cId="1744837214" sldId="2147473179"/>
            <ac:picMk id="43" creationId="{3A50DAED-07F4-86DC-4685-EEE972C18AFC}"/>
          </ac:picMkLst>
        </pc:picChg>
        <pc:picChg chg="del">
          <ac:chgData name="Sai Santhosh" userId="1f1393d7-1858-4b78-9e0d-f7ee831bb78a" providerId="ADAL" clId="{B887CED6-D0B1-467F-9246-E54953EEB7B5}" dt="2026-01-06T08:54:02.058" v="95" actId="478"/>
          <ac:picMkLst>
            <pc:docMk/>
            <pc:sldMk cId="1744837214" sldId="2147473179"/>
            <ac:picMk id="103" creationId="{644806A7-BADF-B5B2-5B9E-F9D1121C2F90}"/>
          </ac:picMkLst>
        </pc:picChg>
        <pc:picChg chg="del">
          <ac:chgData name="Sai Santhosh" userId="1f1393d7-1858-4b78-9e0d-f7ee831bb78a" providerId="ADAL" clId="{B887CED6-D0B1-467F-9246-E54953EEB7B5}" dt="2026-01-06T08:53:23.783" v="85" actId="478"/>
          <ac:picMkLst>
            <pc:docMk/>
            <pc:sldMk cId="1744837214" sldId="2147473179"/>
            <ac:picMk id="104" creationId="{7D777D2D-8CDA-CC53-03BF-23B566403583}"/>
          </ac:picMkLst>
        </pc:picChg>
        <pc:picChg chg="del">
          <ac:chgData name="Sai Santhosh" userId="1f1393d7-1858-4b78-9e0d-f7ee831bb78a" providerId="ADAL" clId="{B887CED6-D0B1-467F-9246-E54953EEB7B5}" dt="2026-01-06T08:53:23.783" v="85" actId="478"/>
          <ac:picMkLst>
            <pc:docMk/>
            <pc:sldMk cId="1744837214" sldId="2147473179"/>
            <ac:picMk id="107" creationId="{3B2A5165-460C-4C7D-A95D-0E88CA7B12DC}"/>
          </ac:picMkLst>
        </pc:picChg>
        <pc:picChg chg="del">
          <ac:chgData name="Sai Santhosh" userId="1f1393d7-1858-4b78-9e0d-f7ee831bb78a" providerId="ADAL" clId="{B887CED6-D0B1-467F-9246-E54953EEB7B5}" dt="2026-01-06T08:53:31.700" v="87" actId="478"/>
          <ac:picMkLst>
            <pc:docMk/>
            <pc:sldMk cId="1744837214" sldId="2147473179"/>
            <ac:picMk id="109" creationId="{80C061A8-7FD3-1306-48DA-35D4817A3AF9}"/>
          </ac:picMkLst>
        </pc:picChg>
        <pc:picChg chg="del">
          <ac:chgData name="Sai Santhosh" userId="1f1393d7-1858-4b78-9e0d-f7ee831bb78a" providerId="ADAL" clId="{B887CED6-D0B1-467F-9246-E54953EEB7B5}" dt="2026-01-06T08:53:23.783" v="85" actId="478"/>
          <ac:picMkLst>
            <pc:docMk/>
            <pc:sldMk cId="1744837214" sldId="2147473179"/>
            <ac:picMk id="111" creationId="{38004E6F-BBA6-D84A-042D-0CEC5BF43CD7}"/>
          </ac:picMkLst>
        </pc:picChg>
        <pc:picChg chg="del mod">
          <ac:chgData name="Sai Santhosh" userId="1f1393d7-1858-4b78-9e0d-f7ee831bb78a" providerId="ADAL" clId="{B887CED6-D0B1-467F-9246-E54953EEB7B5}" dt="2026-01-06T08:54:04.112" v="96" actId="478"/>
          <ac:picMkLst>
            <pc:docMk/>
            <pc:sldMk cId="1744837214" sldId="2147473179"/>
            <ac:picMk id="119" creationId="{3C044F0D-CF64-E46D-AA45-13AD6DA0E744}"/>
          </ac:picMkLst>
        </pc:picChg>
        <pc:picChg chg="del">
          <ac:chgData name="Sai Santhosh" userId="1f1393d7-1858-4b78-9e0d-f7ee831bb78a" providerId="ADAL" clId="{B887CED6-D0B1-467F-9246-E54953EEB7B5}" dt="2026-01-06T08:53:23.783" v="85" actId="478"/>
          <ac:picMkLst>
            <pc:docMk/>
            <pc:sldMk cId="1744837214" sldId="2147473179"/>
            <ac:picMk id="148" creationId="{EF8D4820-7E8F-0DB2-18D7-81E2C7BD4D27}"/>
          </ac:picMkLst>
        </pc:picChg>
        <pc:cxnChg chg="del">
          <ac:chgData name="Sai Santhosh" userId="1f1393d7-1858-4b78-9e0d-f7ee831bb78a" providerId="ADAL" clId="{B887CED6-D0B1-467F-9246-E54953EEB7B5}" dt="2026-01-06T08:53:29.559" v="86" actId="478"/>
          <ac:cxnSpMkLst>
            <pc:docMk/>
            <pc:sldMk cId="1744837214" sldId="2147473179"/>
            <ac:cxnSpMk id="106" creationId="{49104908-DDA7-46FB-F7E4-E676343C360C}"/>
          </ac:cxnSpMkLst>
        </pc:cxnChg>
      </pc:sldChg>
      <pc:sldChg chg="addSp delSp modSp new mod ord chgLayout">
        <pc:chgData name="Sai Santhosh" userId="1f1393d7-1858-4b78-9e0d-f7ee831bb78a" providerId="ADAL" clId="{B887CED6-D0B1-467F-9246-E54953EEB7B5}" dt="2026-01-06T09:35:46.008" v="355" actId="14100"/>
        <pc:sldMkLst>
          <pc:docMk/>
          <pc:sldMk cId="91905095" sldId="2147473180"/>
        </pc:sldMkLst>
        <pc:spChg chg="del">
          <ac:chgData name="Sai Santhosh" userId="1f1393d7-1858-4b78-9e0d-f7ee831bb78a" providerId="ADAL" clId="{B887CED6-D0B1-467F-9246-E54953EEB7B5}" dt="2026-01-06T09:26:13.760" v="337" actId="478"/>
          <ac:spMkLst>
            <pc:docMk/>
            <pc:sldMk cId="91905095" sldId="2147473180"/>
            <ac:spMk id="2" creationId="{C1068C9D-FC11-A18D-73F6-E56A77BE3B1C}"/>
          </ac:spMkLst>
        </pc:spChg>
        <pc:spChg chg="del">
          <ac:chgData name="Sai Santhosh" userId="1f1393d7-1858-4b78-9e0d-f7ee831bb78a" providerId="ADAL" clId="{B887CED6-D0B1-467F-9246-E54953EEB7B5}" dt="2026-01-06T09:26:20.440" v="339" actId="478"/>
          <ac:spMkLst>
            <pc:docMk/>
            <pc:sldMk cId="91905095" sldId="2147473180"/>
            <ac:spMk id="3" creationId="{792BF818-9ADB-2C87-4F4F-C4D6DC672C05}"/>
          </ac:spMkLst>
        </pc:spChg>
        <pc:spChg chg="del">
          <ac:chgData name="Sai Santhosh" userId="1f1393d7-1858-4b78-9e0d-f7ee831bb78a" providerId="ADAL" clId="{B887CED6-D0B1-467F-9246-E54953EEB7B5}" dt="2026-01-06T09:26:18.507" v="338" actId="478"/>
          <ac:spMkLst>
            <pc:docMk/>
            <pc:sldMk cId="91905095" sldId="2147473180"/>
            <ac:spMk id="4" creationId="{B42F3E79-8B12-E51D-5708-13301C9E006B}"/>
          </ac:spMkLst>
        </pc:spChg>
        <pc:picChg chg="add mod">
          <ac:chgData name="Sai Santhosh" userId="1f1393d7-1858-4b78-9e0d-f7ee831bb78a" providerId="ADAL" clId="{B887CED6-D0B1-467F-9246-E54953EEB7B5}" dt="2026-01-06T09:32:30.949" v="348" actId="931"/>
          <ac:picMkLst>
            <pc:docMk/>
            <pc:sldMk cId="91905095" sldId="2147473180"/>
            <ac:picMk id="6" creationId="{3379DD27-FDAF-F1DA-ED0F-CA15F26C7E59}"/>
          </ac:picMkLst>
        </pc:picChg>
        <pc:picChg chg="add mod">
          <ac:chgData name="Sai Santhosh" userId="1f1393d7-1858-4b78-9e0d-f7ee831bb78a" providerId="ADAL" clId="{B887CED6-D0B1-467F-9246-E54953EEB7B5}" dt="2026-01-06T09:35:46.008" v="355" actId="14100"/>
          <ac:picMkLst>
            <pc:docMk/>
            <pc:sldMk cId="91905095" sldId="2147473180"/>
            <ac:picMk id="8" creationId="{EA454E3E-BA79-8475-6A85-3412C0B3D5F8}"/>
          </ac:picMkLst>
        </pc:picChg>
      </pc:sldChg>
      <pc:sldChg chg="del">
        <pc:chgData name="Sai Santhosh" userId="1f1393d7-1858-4b78-9e0d-f7ee831bb78a" providerId="ADAL" clId="{B887CED6-D0B1-467F-9246-E54953EEB7B5}" dt="2026-01-06T09:04:23.207" v="188" actId="47"/>
        <pc:sldMkLst>
          <pc:docMk/>
          <pc:sldMk cId="3636118768" sldId="214748300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25A01A-E806-44C4-AA19-93A32C4F0401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735427-C5EF-4EB4-A4DF-32D3FAD340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4946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941F17-4160-ED44-996C-2E44614DC80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1786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1" i="0" u="none" strike="noStrike" kern="1200" cap="none" spc="0" normalizeH="0" baseline="0" noProof="0">
              <a:ln>
                <a:noFill/>
              </a:ln>
              <a:solidFill>
                <a:srgbClr val="FF6503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1941F17-4160-ED44-996C-2E44614DC80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65348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lk-In Logo Oran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69EBB55-289A-DA4A-A0D3-EAD7AEF576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0621" y="89262"/>
            <a:ext cx="10490758" cy="6679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9573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lk-In Logo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69EBB55-289A-DA4A-A0D3-EAD7AEF576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0621" y="89262"/>
            <a:ext cx="10490758" cy="6679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0254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Title Oran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11277600" cy="3413547"/>
          </a:xfrm>
        </p:spPr>
        <p:txBody>
          <a:bodyPr anchor="b"/>
          <a:lstStyle>
            <a:lvl1pPr algn="l">
              <a:lnSpc>
                <a:spcPct val="8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4027501"/>
            <a:ext cx="11277599" cy="93638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8763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Title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11277600" cy="341354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4027501"/>
            <a:ext cx="11277599" cy="936385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55FCFE5F-EACE-DF4E-98EB-EB028DF66F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2293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Title Whit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67CE129-0A95-7543-B57A-C882E04A346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accent6"/>
          </a:solidFill>
        </p:spPr>
        <p:txBody>
          <a:bodyPr tIns="118872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11277600" cy="341354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4027501"/>
            <a:ext cx="11277599" cy="936385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87C4AD12-4ACC-C840-8312-C7E5355E4FF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010334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Title Orang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67CE129-0A95-7543-B57A-C882E04A346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accent6"/>
          </a:solidFill>
        </p:spPr>
        <p:txBody>
          <a:bodyPr tIns="118872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11277600" cy="341354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4027501"/>
            <a:ext cx="11277599" cy="936385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1697E121-414A-B041-84FF-D45B6A776BB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668512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Oran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757647"/>
            <a:ext cx="11277600" cy="9363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1854927"/>
            <a:ext cx="5638801" cy="4124768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900"/>
              </a:spcAft>
              <a:buNone/>
              <a:defRPr sz="1600" b="0" i="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A75C81F-C2D7-4910-B46D-EC92D0773522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©2023 ExlService Holdings, Inc. All rights reserved.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81566A-1DAD-49E2-BC82-21F0253CB5DF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1"/>
                </a:solidFill>
              </a:rPr>
              <a:t>‹#›</a:t>
            </a:fld>
            <a:endParaRPr lang="en-US" sz="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28318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757647"/>
            <a:ext cx="11277600" cy="9363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1854927"/>
            <a:ext cx="5638801" cy="4124768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900"/>
              </a:spcAft>
              <a:buClr>
                <a:schemeClr val="tx2"/>
              </a:buClr>
              <a:buFont typeface="Arial" panose="020B0604020202020204" pitchFamily="34" charset="0"/>
              <a:buNone/>
              <a:defRPr sz="1600" b="0" i="0">
                <a:solidFill>
                  <a:schemeClr val="tx2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7D5B062-E019-463E-A9D7-BDD5C9740073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©2023 ExlService Holdings, Inc. All rights reserved.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0FA6A89-2F6E-48F8-8181-1A8E7FE1C38F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30152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Title Orange Triangle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B5E7F613-476C-024A-86BD-E0B81985C92A}"/>
              </a:ext>
            </a:extLst>
          </p:cNvPr>
          <p:cNvGrpSpPr/>
          <p:nvPr userDrawn="1"/>
        </p:nvGrpSpPr>
        <p:grpSpPr>
          <a:xfrm>
            <a:off x="1466513" y="1697519"/>
            <a:ext cx="4045461" cy="3447288"/>
            <a:chOff x="4060628" y="1718294"/>
            <a:chExt cx="4045461" cy="3443084"/>
          </a:xfrm>
        </p:grpSpPr>
        <p:sp>
          <p:nvSpPr>
            <p:cNvPr id="6" name="Triangle 5">
              <a:extLst>
                <a:ext uri="{FF2B5EF4-FFF2-40B4-BE49-F238E27FC236}">
                  <a16:creationId xmlns:a16="http://schemas.microsoft.com/office/drawing/2014/main" id="{76811C46-10E6-0040-9FB9-B4A9F7A806AC}"/>
                </a:ext>
              </a:extLst>
            </p:cNvPr>
            <p:cNvSpPr/>
            <p:nvPr/>
          </p:nvSpPr>
          <p:spPr>
            <a:xfrm rot="5400000">
              <a:off x="2914378" y="2864544"/>
              <a:ext cx="3443084" cy="115058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riangle 6">
              <a:extLst>
                <a:ext uri="{FF2B5EF4-FFF2-40B4-BE49-F238E27FC236}">
                  <a16:creationId xmlns:a16="http://schemas.microsoft.com/office/drawing/2014/main" id="{A79E34A4-86AB-F648-9081-3953BAB39BF1}"/>
                </a:ext>
              </a:extLst>
            </p:cNvPr>
            <p:cNvSpPr/>
            <p:nvPr/>
          </p:nvSpPr>
          <p:spPr>
            <a:xfrm rot="5400000">
              <a:off x="4361816" y="2864544"/>
              <a:ext cx="3443084" cy="115058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riangle 7">
              <a:extLst>
                <a:ext uri="{FF2B5EF4-FFF2-40B4-BE49-F238E27FC236}">
                  <a16:creationId xmlns:a16="http://schemas.microsoft.com/office/drawing/2014/main" id="{E64D4B64-C054-2C4D-8E11-6C03338EEA96}"/>
                </a:ext>
              </a:extLst>
            </p:cNvPr>
            <p:cNvSpPr/>
            <p:nvPr/>
          </p:nvSpPr>
          <p:spPr>
            <a:xfrm rot="5400000">
              <a:off x="5809255" y="2864544"/>
              <a:ext cx="3443084" cy="115058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0078116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Orange Triangle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B5E7F613-476C-024A-86BD-E0B81985C92A}"/>
              </a:ext>
            </a:extLst>
          </p:cNvPr>
          <p:cNvGrpSpPr/>
          <p:nvPr userDrawn="1"/>
        </p:nvGrpSpPr>
        <p:grpSpPr>
          <a:xfrm>
            <a:off x="4073269" y="1697519"/>
            <a:ext cx="4045461" cy="3447288"/>
            <a:chOff x="4060628" y="1718294"/>
            <a:chExt cx="4045461" cy="3443084"/>
          </a:xfrm>
        </p:grpSpPr>
        <p:sp>
          <p:nvSpPr>
            <p:cNvPr id="6" name="Triangle 5">
              <a:extLst>
                <a:ext uri="{FF2B5EF4-FFF2-40B4-BE49-F238E27FC236}">
                  <a16:creationId xmlns:a16="http://schemas.microsoft.com/office/drawing/2014/main" id="{76811C46-10E6-0040-9FB9-B4A9F7A806AC}"/>
                </a:ext>
              </a:extLst>
            </p:cNvPr>
            <p:cNvSpPr/>
            <p:nvPr/>
          </p:nvSpPr>
          <p:spPr>
            <a:xfrm rot="5400000">
              <a:off x="2914378" y="2864544"/>
              <a:ext cx="3443084" cy="115058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riangle 6">
              <a:extLst>
                <a:ext uri="{FF2B5EF4-FFF2-40B4-BE49-F238E27FC236}">
                  <a16:creationId xmlns:a16="http://schemas.microsoft.com/office/drawing/2014/main" id="{A79E34A4-86AB-F648-9081-3953BAB39BF1}"/>
                </a:ext>
              </a:extLst>
            </p:cNvPr>
            <p:cNvSpPr/>
            <p:nvPr/>
          </p:nvSpPr>
          <p:spPr>
            <a:xfrm rot="5400000">
              <a:off x="4361816" y="2864544"/>
              <a:ext cx="3443084" cy="115058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riangle 7">
              <a:extLst>
                <a:ext uri="{FF2B5EF4-FFF2-40B4-BE49-F238E27FC236}">
                  <a16:creationId xmlns:a16="http://schemas.microsoft.com/office/drawing/2014/main" id="{E64D4B64-C054-2C4D-8E11-6C03338EEA96}"/>
                </a:ext>
              </a:extLst>
            </p:cNvPr>
            <p:cNvSpPr/>
            <p:nvPr/>
          </p:nvSpPr>
          <p:spPr>
            <a:xfrm rot="5400000">
              <a:off x="5809255" y="2864544"/>
              <a:ext cx="3443084" cy="115058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2139140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Title Orange Equa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E24079B7-DED0-A141-996D-10B033A8EF11}"/>
              </a:ext>
            </a:extLst>
          </p:cNvPr>
          <p:cNvGrpSpPr/>
          <p:nvPr userDrawn="1"/>
        </p:nvGrpSpPr>
        <p:grpSpPr>
          <a:xfrm>
            <a:off x="1898373" y="1885950"/>
            <a:ext cx="3276600" cy="3086100"/>
            <a:chOff x="8458200" y="712595"/>
            <a:chExt cx="3276600" cy="30861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D6097F1-77CB-614C-8D9A-D22DE9EB1D4E}"/>
                </a:ext>
              </a:extLst>
            </p:cNvPr>
            <p:cNvSpPr/>
            <p:nvPr/>
          </p:nvSpPr>
          <p:spPr>
            <a:xfrm>
              <a:off x="8458200" y="712595"/>
              <a:ext cx="3276600" cy="11176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93C0F23-DCDB-7346-9A4D-355EC7892B7F}"/>
                </a:ext>
              </a:extLst>
            </p:cNvPr>
            <p:cNvSpPr/>
            <p:nvPr/>
          </p:nvSpPr>
          <p:spPr>
            <a:xfrm>
              <a:off x="8458200" y="2681095"/>
              <a:ext cx="3276600" cy="11176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39733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Orange Equa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E24079B7-DED0-A141-996D-10B033A8EF11}"/>
              </a:ext>
            </a:extLst>
          </p:cNvPr>
          <p:cNvGrpSpPr/>
          <p:nvPr userDrawn="1"/>
        </p:nvGrpSpPr>
        <p:grpSpPr>
          <a:xfrm>
            <a:off x="4452728" y="1885950"/>
            <a:ext cx="3276600" cy="3086100"/>
            <a:chOff x="8458200" y="712595"/>
            <a:chExt cx="3276600" cy="30861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D6097F1-77CB-614C-8D9A-D22DE9EB1D4E}"/>
                </a:ext>
              </a:extLst>
            </p:cNvPr>
            <p:cNvSpPr/>
            <p:nvPr/>
          </p:nvSpPr>
          <p:spPr>
            <a:xfrm>
              <a:off x="8458200" y="712595"/>
              <a:ext cx="3276600" cy="11176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93C0F23-DCDB-7346-9A4D-355EC7892B7F}"/>
                </a:ext>
              </a:extLst>
            </p:cNvPr>
            <p:cNvSpPr/>
            <p:nvPr/>
          </p:nvSpPr>
          <p:spPr>
            <a:xfrm>
              <a:off x="8458200" y="2681095"/>
              <a:ext cx="3276600" cy="11176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176371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Title Orange Triang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7" name="Triangle 6">
            <a:extLst>
              <a:ext uri="{FF2B5EF4-FFF2-40B4-BE49-F238E27FC236}">
                <a16:creationId xmlns:a16="http://schemas.microsoft.com/office/drawing/2014/main" id="{72E8C509-1DC7-C148-88B2-FE551A1ED0F9}"/>
              </a:ext>
            </a:extLst>
          </p:cNvPr>
          <p:cNvSpPr/>
          <p:nvPr userDrawn="1"/>
        </p:nvSpPr>
        <p:spPr>
          <a:xfrm>
            <a:off x="1269724" y="1864380"/>
            <a:ext cx="4114800" cy="3162300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0077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Orange Triang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7" name="Triangle 6">
            <a:extLst>
              <a:ext uri="{FF2B5EF4-FFF2-40B4-BE49-F238E27FC236}">
                <a16:creationId xmlns:a16="http://schemas.microsoft.com/office/drawing/2014/main" id="{72E8C509-1DC7-C148-88B2-FE551A1ED0F9}"/>
              </a:ext>
            </a:extLst>
          </p:cNvPr>
          <p:cNvSpPr/>
          <p:nvPr userDrawn="1"/>
        </p:nvSpPr>
        <p:spPr>
          <a:xfrm>
            <a:off x="4038600" y="1864380"/>
            <a:ext cx="4114800" cy="3162300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1375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Titl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93EB44E-E9F3-8842-B537-69D4B697C4AC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</p:spPr>
        <p:txBody>
          <a:bodyPr tIns="109728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64E7516A-EF6D-1A45-8147-27BA6599CE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717454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Orange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105656"/>
            <a:ext cx="11277600" cy="1156792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11277598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99" y="2985383"/>
            <a:ext cx="11277597" cy="3107599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800">
                <a:latin typeface="+mj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accent3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AC721370-A066-1746-BA51-66EDC940D61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2415711"/>
            <a:ext cx="11277600" cy="556846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31775" indent="-231775">
              <a:tabLst/>
              <a:defRPr sz="1800"/>
            </a:lvl2pPr>
            <a:lvl3pPr marL="458788" indent="-227013">
              <a:tabLst/>
              <a:defRPr sz="1500"/>
            </a:lvl3pPr>
            <a:lvl4pPr marL="690563" indent="-231775">
              <a:tabLst/>
              <a:defRPr sz="1500"/>
            </a:lvl4pPr>
            <a:lvl5pPr marL="976313" indent="-212725">
              <a:tabLst/>
              <a:defRPr sz="1500"/>
            </a:lvl5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0A311A-F8BF-4B10-8541-D51CBF36A968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©2023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71872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ne Column Blue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Shape&#10;&#10;Description automatically generated with medium confidence">
            <a:extLst>
              <a:ext uri="{FF2B5EF4-FFF2-40B4-BE49-F238E27FC236}">
                <a16:creationId xmlns:a16="http://schemas.microsoft.com/office/drawing/2014/main" id="{D1C67889-0A03-44FE-84C4-930F2B6E95A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63261" y="6240520"/>
            <a:ext cx="780005" cy="42062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" y="1105656"/>
            <a:ext cx="11277600" cy="1156792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 orange should never appear on this slide layout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11277598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rgbClr val="004EFF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99" y="2985383"/>
            <a:ext cx="11277597" cy="3107599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Clr>
                <a:srgbClr val="004EFF"/>
              </a:buClr>
              <a:buFont typeface="System Font Regular"/>
              <a:buChar char="–"/>
              <a:tabLst/>
              <a:defRPr sz="1800">
                <a:latin typeface="+mj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accent3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AC721370-A066-1746-BA51-66EDC940D61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2415711"/>
            <a:ext cx="11277600" cy="556846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rgbClr val="004EFF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31775" indent="-231775">
              <a:tabLst/>
              <a:defRPr sz="1800"/>
            </a:lvl2pPr>
            <a:lvl3pPr marL="458788" indent="-227013">
              <a:tabLst/>
              <a:defRPr sz="1500"/>
            </a:lvl3pPr>
            <a:lvl4pPr marL="690563" indent="-231775">
              <a:tabLst/>
              <a:defRPr sz="1500"/>
            </a:lvl4pPr>
            <a:lvl5pPr marL="976313" indent="-212725">
              <a:tabLst/>
              <a:defRPr sz="1500"/>
            </a:lvl5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0A311A-F8BF-4B10-8541-D51CBF36A968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©2023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77434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Orange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85900"/>
            <a:ext cx="11277600" cy="1156792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11277598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3429000"/>
            <a:ext cx="4681538" cy="2703513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800">
                <a:latin typeface="+mj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accent3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AC721370-A066-1746-BA51-66EDC940D61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2795955"/>
            <a:ext cx="4681538" cy="556846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31775" indent="-231775">
              <a:tabLst/>
              <a:defRPr sz="1800"/>
            </a:lvl2pPr>
            <a:lvl3pPr marL="458788" indent="-227013">
              <a:tabLst/>
              <a:defRPr sz="1500"/>
            </a:lvl3pPr>
            <a:lvl4pPr marL="690563" indent="-231775">
              <a:tabLst/>
              <a:defRPr sz="1500"/>
            </a:lvl4pPr>
            <a:lvl5pPr marL="976313" indent="-212725">
              <a:tabLst/>
              <a:defRPr sz="1500"/>
            </a:lvl5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17DBF118-A9A3-6B4A-8D6F-DCD3478E9D9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89600" y="2795955"/>
            <a:ext cx="4681538" cy="556846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31775" indent="-231775">
              <a:tabLst/>
              <a:defRPr sz="1800"/>
            </a:lvl2pPr>
            <a:lvl3pPr marL="458788" indent="-227013">
              <a:tabLst/>
              <a:defRPr sz="1500"/>
            </a:lvl3pPr>
            <a:lvl4pPr marL="690563" indent="-231775">
              <a:tabLst/>
              <a:defRPr sz="1500"/>
            </a:lvl4pPr>
            <a:lvl5pPr marL="976313" indent="-212725">
              <a:tabLst/>
              <a:defRPr sz="1500"/>
            </a:lvl5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8F18C260-6B13-674E-A152-F60D988656D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678556" y="3429000"/>
            <a:ext cx="4681538" cy="2703513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800">
                <a:latin typeface="+mj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accent3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0A311A-F8BF-4B10-8541-D51CBF36A968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©2023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1666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lumn Blue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" y="1485900"/>
            <a:ext cx="11277600" cy="1156792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 – orange should never appear on this slide layout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11277598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rgbClr val="004EFF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3429000"/>
            <a:ext cx="4681538" cy="2703513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Clr>
                <a:srgbClr val="004EFF"/>
              </a:buClr>
              <a:buFont typeface="System Font Regular"/>
              <a:buChar char="–"/>
              <a:tabLst/>
              <a:defRPr sz="1800">
                <a:latin typeface="+mj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accent3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AC721370-A066-1746-BA51-66EDC940D61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2795955"/>
            <a:ext cx="4681538" cy="556846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rgbClr val="004EFF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31775" indent="-231775">
              <a:tabLst/>
              <a:defRPr sz="1800"/>
            </a:lvl2pPr>
            <a:lvl3pPr marL="458788" indent="-227013">
              <a:tabLst/>
              <a:defRPr sz="1500"/>
            </a:lvl3pPr>
            <a:lvl4pPr marL="690563" indent="-231775">
              <a:tabLst/>
              <a:defRPr sz="1500"/>
            </a:lvl4pPr>
            <a:lvl5pPr marL="976313" indent="-212725">
              <a:tabLst/>
              <a:defRPr sz="1500"/>
            </a:lvl5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17DBF118-A9A3-6B4A-8D6F-DCD3478E9D9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89600" y="2795955"/>
            <a:ext cx="4681538" cy="556846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rgbClr val="004EFF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31775" indent="-231775">
              <a:tabLst/>
              <a:defRPr sz="1800"/>
            </a:lvl2pPr>
            <a:lvl3pPr marL="458788" indent="-227013">
              <a:tabLst/>
              <a:defRPr sz="1500"/>
            </a:lvl3pPr>
            <a:lvl4pPr marL="690563" indent="-231775">
              <a:tabLst/>
              <a:defRPr sz="1500"/>
            </a:lvl4pPr>
            <a:lvl5pPr marL="976313" indent="-212725">
              <a:tabLst/>
              <a:defRPr sz="1500"/>
            </a:lvl5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8F18C260-6B13-674E-A152-F60D988656D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678556" y="3429000"/>
            <a:ext cx="4681538" cy="2703513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Clr>
                <a:srgbClr val="004EFF"/>
              </a:buClr>
              <a:buFont typeface="System Font Regular"/>
              <a:buChar char="–"/>
              <a:tabLst/>
              <a:defRPr sz="1800">
                <a:latin typeface="+mj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accent3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0A311A-F8BF-4B10-8541-D51CBF36A968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©2023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 dirty="0">
              <a:solidFill>
                <a:schemeClr val="tx2"/>
              </a:solidFill>
            </a:endParaRPr>
          </a:p>
        </p:txBody>
      </p:sp>
      <p:pic>
        <p:nvPicPr>
          <p:cNvPr id="15" name="Picture 14" descr="Shape&#10;&#10;Description automatically generated with medium confidence">
            <a:extLst>
              <a:ext uri="{FF2B5EF4-FFF2-40B4-BE49-F238E27FC236}">
                <a16:creationId xmlns:a16="http://schemas.microsoft.com/office/drawing/2014/main" id="{F983C676-26CB-4F94-AAF5-CC94E31661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63261" y="6240520"/>
            <a:ext cx="780005" cy="420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8026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Oran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 userDrawn="1"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85900"/>
            <a:ext cx="3679371" cy="44556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04228" y="2111742"/>
            <a:ext cx="5075267" cy="3829814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800">
                <a:latin typeface="+mj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accent3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F428F49-45F0-DB43-8B02-D7D8003DA04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04229" y="1478697"/>
            <a:ext cx="5075266" cy="556846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31775" indent="-231775">
              <a:tabLst/>
              <a:defRPr sz="1800"/>
            </a:lvl2pPr>
            <a:lvl3pPr marL="458788" indent="-227013">
              <a:tabLst/>
              <a:defRPr sz="1500"/>
            </a:lvl3pPr>
            <a:lvl4pPr marL="690563" indent="-231775">
              <a:tabLst/>
              <a:defRPr sz="1500"/>
            </a:lvl4pPr>
            <a:lvl5pPr marL="976313" indent="-212725">
              <a:tabLst/>
              <a:defRPr sz="1500"/>
            </a:lvl5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9E5FAE-F0AB-4773-BB2C-98261E32F572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©2023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56620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Gra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 userDrawn="1"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85900"/>
            <a:ext cx="3679371" cy="44556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610404DB-54A2-CE45-953F-33A259AD37B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04228" y="2111742"/>
            <a:ext cx="5075267" cy="3829814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800">
                <a:latin typeface="+mj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accent3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6B11282-4214-3B44-B17C-9B2CB6A7899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04229" y="1478697"/>
            <a:ext cx="5075266" cy="556846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31775" indent="-231775">
              <a:tabLst/>
              <a:defRPr sz="1800"/>
            </a:lvl2pPr>
            <a:lvl3pPr marL="458788" indent="-227013">
              <a:tabLst/>
              <a:defRPr sz="1500"/>
            </a:lvl3pPr>
            <a:lvl4pPr marL="690563" indent="-231775">
              <a:tabLst/>
              <a:defRPr sz="1500"/>
            </a:lvl4pPr>
            <a:lvl5pPr marL="976313" indent="-212725">
              <a:tabLst/>
              <a:defRPr sz="1500"/>
            </a:lvl5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55C2DA9-D9DA-4FFD-859C-C4DDC0FBD632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©2023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D520528-866D-46A9-9D9E-926FBC830AD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88781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Subhead 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 userDrawn="1"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85900"/>
            <a:ext cx="3679371" cy="44556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E2DB3808-ED75-B640-8FA2-DE1A4610796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04228" y="2111742"/>
            <a:ext cx="5075267" cy="3829814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800">
                <a:latin typeface="+mj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accent3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2D463CD-9D09-C54A-A67B-EFECE519AD9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04229" y="1478697"/>
            <a:ext cx="5075266" cy="556846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31775" indent="-231775">
              <a:tabLst/>
              <a:defRPr sz="1800"/>
            </a:lvl2pPr>
            <a:lvl3pPr marL="458788" indent="-227013">
              <a:tabLst/>
              <a:defRPr sz="1500"/>
            </a:lvl3pPr>
            <a:lvl4pPr marL="690563" indent="-231775">
              <a:tabLst/>
              <a:defRPr sz="1500"/>
            </a:lvl4pPr>
            <a:lvl5pPr marL="976313" indent="-212725">
              <a:tabLst/>
              <a:defRPr sz="1500"/>
            </a:lvl5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FF13E80-427D-4B31-99DC-54B04D87F560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©2023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1070FD2-3D71-4DD5-9751-4CEB7E991C14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98213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lumn Subhead Blu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hape&#10;&#10;Description automatically generated with medium confidence">
            <a:extLst>
              <a:ext uri="{FF2B5EF4-FFF2-40B4-BE49-F238E27FC236}">
                <a16:creationId xmlns:a16="http://schemas.microsoft.com/office/drawing/2014/main" id="{7CE6800D-862A-4AD3-8BCC-D490C5142A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63261" y="6240520"/>
            <a:ext cx="780005" cy="420624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 userDrawn="1"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rgbClr val="004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" y="1485900"/>
            <a:ext cx="3679371" cy="44556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 – orange should never appear on this slide layout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E2DB3808-ED75-B640-8FA2-DE1A4610796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04228" y="2111742"/>
            <a:ext cx="5075267" cy="3829814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Clr>
                <a:srgbClr val="004EFF"/>
              </a:buClr>
              <a:buFont typeface="System Font Regular"/>
              <a:buChar char="–"/>
              <a:tabLst/>
              <a:defRPr sz="1800">
                <a:latin typeface="+mj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accent3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2D463CD-9D09-C54A-A67B-EFECE519AD9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04229" y="1478697"/>
            <a:ext cx="5075266" cy="556846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rgbClr val="004EFF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31775" indent="-231775">
              <a:tabLst/>
              <a:defRPr sz="1800"/>
            </a:lvl2pPr>
            <a:lvl3pPr marL="458788" indent="-227013">
              <a:tabLst/>
              <a:defRPr sz="1500"/>
            </a:lvl3pPr>
            <a:lvl4pPr marL="690563" indent="-231775">
              <a:tabLst/>
              <a:defRPr sz="1500"/>
            </a:lvl4pPr>
            <a:lvl5pPr marL="976313" indent="-212725">
              <a:tabLst/>
              <a:defRPr sz="1500"/>
            </a:lvl5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FF13E80-427D-4B31-99DC-54B04D87F560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©2023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1070FD2-3D71-4DD5-9751-4CEB7E991C14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40091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Silde 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 userDrawn="1"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85900"/>
            <a:ext cx="3679371" cy="44556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E2DB3808-ED75-B640-8FA2-DE1A4610796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04228" y="2815032"/>
            <a:ext cx="4433105" cy="3126524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800">
                <a:latin typeface="+mj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accent3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AD505D-C088-41B3-B662-DFCF4530F687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©2023 ExlService Holdings, Inc. All rights reserved.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A3BA7D2-5A0E-4850-9FAF-97C28889879F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88129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Orange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3B1206E-A64A-F045-95E1-24068C9F08E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33888" y="0"/>
            <a:ext cx="7758112" cy="6858000"/>
          </a:xfrm>
          <a:solidFill>
            <a:schemeClr val="accent6"/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Picture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3400FEE-AF2A-4A4C-A689-68AC86084282}"/>
              </a:ext>
            </a:extLst>
          </p:cNvPr>
          <p:cNvSpPr/>
          <p:nvPr userDrawn="1"/>
        </p:nvSpPr>
        <p:spPr>
          <a:xfrm>
            <a:off x="-1" y="0"/>
            <a:ext cx="443310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85900"/>
            <a:ext cx="367937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6621137-81BE-E247-928E-32116562395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3234979"/>
            <a:ext cx="3679825" cy="3159220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400"/>
              </a:spcAft>
              <a:buNone/>
              <a:defRPr sz="1800">
                <a:solidFill>
                  <a:schemeClr val="bg1"/>
                </a:solidFill>
                <a:latin typeface="+mj-lt"/>
              </a:defRPr>
            </a:lvl1pPr>
            <a:lvl2pPr marL="228600" indent="-222250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bg1"/>
                </a:solidFill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bg1"/>
                </a:solidFill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bg1"/>
                </a:solidFill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58AB0188-0104-FB47-ADB6-72A9A5869AD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021025-6C5D-4AD1-B98F-3B9F05B818B5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©2023 ExlService Holdings, Inc. All rights reserved.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27DF11-5732-451F-BDC5-76D509152895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bg1"/>
                </a:solidFill>
              </a:rPr>
              <a:t>‹#›</a:t>
            </a:fld>
            <a:endParaRPr lang="en-US" sz="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34331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ne Column Blue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3B1206E-A64A-F045-95E1-24068C9F08E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33888" y="0"/>
            <a:ext cx="7758112" cy="6858000"/>
          </a:xfrm>
          <a:solidFill>
            <a:schemeClr val="accent6"/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Picture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3400FEE-AF2A-4A4C-A689-68AC86084282}"/>
              </a:ext>
            </a:extLst>
          </p:cNvPr>
          <p:cNvSpPr/>
          <p:nvPr userDrawn="1"/>
        </p:nvSpPr>
        <p:spPr>
          <a:xfrm>
            <a:off x="-1" y="0"/>
            <a:ext cx="4433105" cy="6858000"/>
          </a:xfrm>
          <a:prstGeom prst="rect">
            <a:avLst/>
          </a:prstGeom>
          <a:solidFill>
            <a:srgbClr val="004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85900"/>
            <a:ext cx="367937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6621137-81BE-E247-928E-32116562395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3234979"/>
            <a:ext cx="3679825" cy="3159220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400"/>
              </a:spcAft>
              <a:buNone/>
              <a:defRPr sz="1800">
                <a:solidFill>
                  <a:schemeClr val="bg1"/>
                </a:solidFill>
                <a:latin typeface="+mj-lt"/>
              </a:defRPr>
            </a:lvl1pPr>
            <a:lvl2pPr marL="228600" indent="-222250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bg1"/>
                </a:solidFill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bg1"/>
                </a:solidFill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bg1"/>
                </a:solidFill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021025-6C5D-4AD1-B98F-3B9F05B818B5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©2023 ExlService Holdings, Inc. All rights reserved.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27DF11-5732-451F-BDC5-76D509152895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bg1"/>
                </a:solidFill>
              </a:rPr>
              <a:t>‹#›</a:t>
            </a:fld>
            <a:endParaRPr lang="en-US" sz="800" dirty="0">
              <a:solidFill>
                <a:schemeClr val="bg1"/>
              </a:solidFill>
            </a:endParaRPr>
          </a:p>
        </p:txBody>
      </p:sp>
      <p:pic>
        <p:nvPicPr>
          <p:cNvPr id="14" name="Picture 13" descr="Shape&#10;&#10;Description automatically generated with medium confidence">
            <a:extLst>
              <a:ext uri="{FF2B5EF4-FFF2-40B4-BE49-F238E27FC236}">
                <a16:creationId xmlns:a16="http://schemas.microsoft.com/office/drawing/2014/main" id="{C1DF0F7F-8DF1-48CD-9142-776B8FD2434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63261" y="6240520"/>
            <a:ext cx="780005" cy="420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2189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85900"/>
            <a:ext cx="3679371" cy="44556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9CC39-2615-554C-ADE2-A30C0288899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433888" y="457200"/>
            <a:ext cx="7300912" cy="5484813"/>
          </a:xfrm>
          <a:solidFill>
            <a:schemeClr val="bg1"/>
          </a:solidFill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 dirty="0"/>
              <a:t>Insert infographics within this area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4377F8-0611-4C04-821D-64832E49F228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©2023 ExlService Holdings, Inc. All rights reserved.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F1C531-273E-476F-9BC2-B2A988B95F37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55594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9CC39-2615-554C-ADE2-A30C0288899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1415144"/>
            <a:ext cx="11277600" cy="4717813"/>
          </a:xfrm>
          <a:noFill/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 dirty="0"/>
              <a:t>Insert infographics within this area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6744"/>
            <a:ext cx="11277600" cy="8640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6686" y="1626159"/>
            <a:ext cx="5399314" cy="50018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28FDC7-555E-42D9-AA02-C5A528DCE45D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©2023 ExlService Holdings, Inc. All rights reserved.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5A80C5-9717-4669-8C34-1C395391F192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13159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Orange R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400FEE-AF2A-4A4C-A689-68AC86084282}"/>
              </a:ext>
            </a:extLst>
          </p:cNvPr>
          <p:cNvSpPr/>
          <p:nvPr userDrawn="1"/>
        </p:nvSpPr>
        <p:spPr>
          <a:xfrm flipH="1">
            <a:off x="4433105" y="0"/>
            <a:ext cx="775889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85900"/>
            <a:ext cx="367937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EF931B3-9150-A144-A52C-51AE7E46851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87045" y="1485900"/>
            <a:ext cx="6847755" cy="4646613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>
                <a:solidFill>
                  <a:schemeClr val="bg1"/>
                </a:solidFill>
                <a:latin typeface="+mj-lt"/>
              </a:defRPr>
            </a:lvl1pPr>
            <a:lvl2pPr marL="228600" indent="-222250">
              <a:spcBef>
                <a:spcPts val="0"/>
              </a:spcBef>
              <a:spcAft>
                <a:spcPts val="600"/>
              </a:spcAft>
              <a:tabLst/>
              <a:defRPr>
                <a:solidFill>
                  <a:schemeClr val="bg1"/>
                </a:solidFill>
                <a:latin typeface="+mj-lt"/>
              </a:defRPr>
            </a:lvl2pPr>
            <a:lvl3pPr marL="519113" indent="-266700">
              <a:spcBef>
                <a:spcPts val="0"/>
              </a:spcBef>
              <a:spcAft>
                <a:spcPts val="600"/>
              </a:spcAft>
              <a:tabLst/>
              <a:defRPr>
                <a:solidFill>
                  <a:schemeClr val="bg1"/>
                </a:solidFill>
                <a:latin typeface="+mj-lt"/>
              </a:defRPr>
            </a:lvl3pPr>
            <a:lvl4pPr marL="749300" indent="-238125">
              <a:spcBef>
                <a:spcPts val="0"/>
              </a:spcBef>
              <a:spcAft>
                <a:spcPts val="600"/>
              </a:spcAft>
              <a:tabLst/>
              <a:defRPr>
                <a:solidFill>
                  <a:schemeClr val="bg1"/>
                </a:solidFill>
                <a:latin typeface="+mj-lt"/>
              </a:defRPr>
            </a:lvl4pPr>
            <a:lvl5pPr marL="1031875" indent="-274638">
              <a:spcBef>
                <a:spcPts val="0"/>
              </a:spcBef>
              <a:spcAft>
                <a:spcPts val="600"/>
              </a:spcAft>
              <a:tabLst/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810C0A52-392D-4946-BCDD-EC07BEBCAAF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0" y="3234978"/>
            <a:ext cx="3679371" cy="2897535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500">
                <a:latin typeface="+mj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C2F21F0-7ABC-4AA6-9E11-1888D29FBD91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©2023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4C4076A-4B22-478F-8ABA-597B6DEDAF36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bg1"/>
                </a:solidFill>
              </a:rPr>
              <a:t>‹#›</a:t>
            </a:fld>
            <a:endParaRPr lang="en-US" sz="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49441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lumn Blue R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400FEE-AF2A-4A4C-A689-68AC86084282}"/>
              </a:ext>
            </a:extLst>
          </p:cNvPr>
          <p:cNvSpPr/>
          <p:nvPr userDrawn="1"/>
        </p:nvSpPr>
        <p:spPr>
          <a:xfrm flipH="1">
            <a:off x="4433105" y="0"/>
            <a:ext cx="7758895" cy="6858000"/>
          </a:xfrm>
          <a:prstGeom prst="rect">
            <a:avLst/>
          </a:prstGeom>
          <a:solidFill>
            <a:srgbClr val="004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85900"/>
            <a:ext cx="367937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rgbClr val="004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EF931B3-9150-A144-A52C-51AE7E46851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87045" y="1485900"/>
            <a:ext cx="6847755" cy="4646613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>
                <a:solidFill>
                  <a:schemeClr val="bg1"/>
                </a:solidFill>
                <a:latin typeface="+mj-lt"/>
              </a:defRPr>
            </a:lvl1pPr>
            <a:lvl2pPr marL="228600" indent="-222250">
              <a:spcBef>
                <a:spcPts val="0"/>
              </a:spcBef>
              <a:spcAft>
                <a:spcPts val="600"/>
              </a:spcAft>
              <a:tabLst/>
              <a:defRPr>
                <a:solidFill>
                  <a:schemeClr val="bg1"/>
                </a:solidFill>
                <a:latin typeface="+mj-lt"/>
              </a:defRPr>
            </a:lvl2pPr>
            <a:lvl3pPr marL="519113" indent="-266700">
              <a:spcBef>
                <a:spcPts val="0"/>
              </a:spcBef>
              <a:spcAft>
                <a:spcPts val="600"/>
              </a:spcAft>
              <a:tabLst/>
              <a:defRPr>
                <a:solidFill>
                  <a:schemeClr val="bg1"/>
                </a:solidFill>
                <a:latin typeface="+mj-lt"/>
              </a:defRPr>
            </a:lvl3pPr>
            <a:lvl4pPr marL="749300" indent="-238125">
              <a:spcBef>
                <a:spcPts val="0"/>
              </a:spcBef>
              <a:spcAft>
                <a:spcPts val="600"/>
              </a:spcAft>
              <a:tabLst/>
              <a:defRPr>
                <a:solidFill>
                  <a:schemeClr val="bg1"/>
                </a:solidFill>
                <a:latin typeface="+mj-lt"/>
              </a:defRPr>
            </a:lvl4pPr>
            <a:lvl5pPr marL="1031875" indent="-274638">
              <a:spcBef>
                <a:spcPts val="0"/>
              </a:spcBef>
              <a:spcAft>
                <a:spcPts val="600"/>
              </a:spcAft>
              <a:tabLst/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 – orange should never appear on this slide layout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810C0A52-392D-4946-BCDD-EC07BEBCAAF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0" y="3234978"/>
            <a:ext cx="3679371" cy="2897535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Clr>
                <a:srgbClr val="004EFF"/>
              </a:buClr>
              <a:buFont typeface="System Font Regular"/>
              <a:buChar char="–"/>
              <a:tabLst/>
              <a:defRPr sz="1500">
                <a:latin typeface="+mj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C2F21F0-7ABC-4AA6-9E11-1888D29FBD91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©2023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4C4076A-4B22-478F-8ABA-597B6DEDAF36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bg1"/>
                </a:solidFill>
              </a:rPr>
              <a:t>‹#›</a:t>
            </a:fld>
            <a:endParaRPr lang="en-US" sz="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90662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ix Infographic Boxe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58362"/>
            <a:ext cx="11277600" cy="1100959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5638800" cy="40148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6B72333-1498-944B-A236-F01FCD24FF7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212F11-0FEC-0D48-98C2-450BD6561319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2159000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dirty="0"/>
              <a:t>Insert infographics within this area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742E0F13-9A85-0646-BF08-9D103A90B11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272322" y="2159000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dirty="0"/>
              <a:t>Insert infographics within this area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15059411-4DD2-BF4A-B40A-09062DE7428F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087445" y="2159000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dirty="0"/>
              <a:t>Insert infographics within this area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F43E6FA5-304B-6C45-B371-90C06A62E29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57200" y="4195268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dirty="0"/>
              <a:t>Insert infographics within this area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2679A949-03FB-C84F-8BB4-A59204838C82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272322" y="4195268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dirty="0"/>
              <a:t>Insert infographics within this area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6617106F-B15C-3C47-9852-86708E908130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8087445" y="4195268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dirty="0"/>
              <a:t>Insert infographics within this area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663F792-37B2-40DE-9910-263492A8B1F9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©2023 ExlService Holdings, Inc. All rights reserved.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CA41CA-50B8-41C8-9F5D-B95403A7C9CD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21988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ix Infographic Boxes w/ head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58363"/>
            <a:ext cx="11277600" cy="635000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5638800" cy="40148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6B72333-1498-944B-A236-F01FCD24FF7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212F11-0FEC-0D48-98C2-450BD6561319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1948039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dirty="0"/>
              <a:t>Insert infographics within this area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742E0F13-9A85-0646-BF08-9D103A90B11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272322" y="1948039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dirty="0"/>
              <a:t>Insert infographics within this area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15059411-4DD2-BF4A-B40A-09062DE7428F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087445" y="1948039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dirty="0"/>
              <a:t>Insert infographics within this area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F43E6FA5-304B-6C45-B371-90C06A62E29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57200" y="4195268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dirty="0"/>
              <a:t>Insert infographics within this area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2679A949-03FB-C84F-8BB4-A59204838C82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272322" y="4195268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dirty="0"/>
              <a:t>Insert infographics within this area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6617106F-B15C-3C47-9852-86708E908130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8087445" y="4195268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dirty="0"/>
              <a:t>Insert infographics within this area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C84ABE0-31CF-D648-940C-63E5DA92110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57201" y="1693043"/>
            <a:ext cx="3646488" cy="241300"/>
          </a:xfrm>
        </p:spPr>
        <p:txBody>
          <a:bodyPr/>
          <a:lstStyle>
            <a:lvl1pPr marL="0" indent="0">
              <a:buNone/>
              <a:defRPr sz="12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CA55A367-F7E2-A24B-850F-F41F079B4DE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272756" y="1693043"/>
            <a:ext cx="3646488" cy="241300"/>
          </a:xfrm>
        </p:spPr>
        <p:txBody>
          <a:bodyPr/>
          <a:lstStyle>
            <a:lvl1pPr marL="0" indent="0">
              <a:buNone/>
              <a:defRPr sz="12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2A77CC42-5D2C-AD42-A4E0-14DCA9D6AD6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085339" y="1693043"/>
            <a:ext cx="3646488" cy="241300"/>
          </a:xfrm>
        </p:spPr>
        <p:txBody>
          <a:bodyPr/>
          <a:lstStyle>
            <a:lvl1pPr marL="0" indent="0">
              <a:buNone/>
              <a:defRPr sz="12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BCF0045D-2B71-B84E-B96F-7032EFE40B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57201" y="3945463"/>
            <a:ext cx="3646488" cy="241300"/>
          </a:xfrm>
        </p:spPr>
        <p:txBody>
          <a:bodyPr/>
          <a:lstStyle>
            <a:lvl1pPr marL="0" indent="0">
              <a:buNone/>
              <a:defRPr sz="12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82BD4E58-4705-054E-8E5B-494A8A662AA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272756" y="3945463"/>
            <a:ext cx="3646488" cy="241300"/>
          </a:xfrm>
        </p:spPr>
        <p:txBody>
          <a:bodyPr/>
          <a:lstStyle>
            <a:lvl1pPr marL="0" indent="0">
              <a:buNone/>
              <a:defRPr sz="12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0B3D0F63-6E1F-044B-BE7B-F876E84AE8D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085339" y="3945463"/>
            <a:ext cx="3646488" cy="241300"/>
          </a:xfrm>
        </p:spPr>
        <p:txBody>
          <a:bodyPr/>
          <a:lstStyle>
            <a:lvl1pPr marL="0" indent="0">
              <a:buNone/>
              <a:defRPr sz="12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A34894E-B79F-463F-BA97-84C5F3367B2E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©2023 ExlService Holdings, Inc. All rights reserved.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A53703C-A54A-44E3-8138-DA5F3806C0E6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50769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85900"/>
            <a:ext cx="3045417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F03A92C8-4D21-FB40-A217-7D7F8D3397F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872856" y="1483669"/>
            <a:ext cx="2481449" cy="4648844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400">
                <a:latin typeface="+mj-lt"/>
              </a:defRPr>
            </a:lvl1pPr>
            <a:lvl2pPr marL="230188" indent="-230188">
              <a:spcBef>
                <a:spcPts val="0"/>
              </a:spcBef>
              <a:spcAft>
                <a:spcPts val="400"/>
              </a:spcAft>
              <a:tabLst/>
              <a:defRPr sz="1400">
                <a:solidFill>
                  <a:schemeClr val="accent3"/>
                </a:solidFill>
                <a:latin typeface="+mj-lt"/>
              </a:defRPr>
            </a:lvl2pPr>
            <a:lvl3pPr marL="460375" indent="-223838">
              <a:spcBef>
                <a:spcPts val="0"/>
              </a:spcBef>
              <a:spcAft>
                <a:spcPts val="400"/>
              </a:spcAft>
              <a:tabLst/>
              <a:defRPr sz="1400">
                <a:solidFill>
                  <a:schemeClr val="accent3"/>
                </a:solidFill>
                <a:latin typeface="+mj-lt"/>
              </a:defRPr>
            </a:lvl3pPr>
            <a:lvl4pPr marL="690563" indent="-230188">
              <a:spcBef>
                <a:spcPts val="0"/>
              </a:spcBef>
              <a:spcAft>
                <a:spcPts val="400"/>
              </a:spcAft>
              <a:tabLst/>
              <a:defRPr sz="1400">
                <a:solidFill>
                  <a:schemeClr val="accent3"/>
                </a:solidFill>
                <a:latin typeface="+mj-lt"/>
              </a:defRPr>
            </a:lvl4pPr>
            <a:lvl5pPr marL="914400" indent="-211138">
              <a:spcBef>
                <a:spcPts val="0"/>
              </a:spcBef>
              <a:spcAft>
                <a:spcPts val="400"/>
              </a:spcAft>
              <a:tabLst/>
              <a:defRPr sz="14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0A07D5EE-B3F8-AA44-8D0B-DEB1CD4DD75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556421" y="1483669"/>
            <a:ext cx="2481449" cy="4648844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400">
                <a:latin typeface="+mj-lt"/>
              </a:defRPr>
            </a:lvl1pPr>
            <a:lvl2pPr marL="230188" indent="-230188">
              <a:spcBef>
                <a:spcPts val="0"/>
              </a:spcBef>
              <a:spcAft>
                <a:spcPts val="400"/>
              </a:spcAft>
              <a:tabLst/>
              <a:defRPr sz="1400">
                <a:solidFill>
                  <a:schemeClr val="accent3"/>
                </a:solidFill>
                <a:latin typeface="+mj-lt"/>
              </a:defRPr>
            </a:lvl2pPr>
            <a:lvl3pPr marL="460375" indent="-223838">
              <a:spcBef>
                <a:spcPts val="0"/>
              </a:spcBef>
              <a:spcAft>
                <a:spcPts val="400"/>
              </a:spcAft>
              <a:tabLst/>
              <a:defRPr sz="1400">
                <a:solidFill>
                  <a:schemeClr val="accent3"/>
                </a:solidFill>
                <a:latin typeface="+mj-lt"/>
              </a:defRPr>
            </a:lvl3pPr>
            <a:lvl4pPr marL="690563" indent="-230188">
              <a:spcBef>
                <a:spcPts val="0"/>
              </a:spcBef>
              <a:spcAft>
                <a:spcPts val="400"/>
              </a:spcAft>
              <a:tabLst/>
              <a:defRPr sz="1400">
                <a:solidFill>
                  <a:schemeClr val="accent3"/>
                </a:solidFill>
                <a:latin typeface="+mj-lt"/>
              </a:defRPr>
            </a:lvl4pPr>
            <a:lvl5pPr marL="914400" indent="-211138">
              <a:spcBef>
                <a:spcPts val="0"/>
              </a:spcBef>
              <a:spcAft>
                <a:spcPts val="400"/>
              </a:spcAft>
              <a:tabLst/>
              <a:defRPr sz="14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45864CBC-9FA5-F041-B465-DE00482D6D1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253238" y="1483669"/>
            <a:ext cx="2481449" cy="4648844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400">
                <a:latin typeface="+mj-lt"/>
              </a:defRPr>
            </a:lvl1pPr>
            <a:lvl2pPr marL="230188" indent="-230188">
              <a:spcBef>
                <a:spcPts val="0"/>
              </a:spcBef>
              <a:spcAft>
                <a:spcPts val="400"/>
              </a:spcAft>
              <a:tabLst/>
              <a:defRPr sz="1400">
                <a:solidFill>
                  <a:schemeClr val="accent3"/>
                </a:solidFill>
                <a:latin typeface="+mj-lt"/>
              </a:defRPr>
            </a:lvl2pPr>
            <a:lvl3pPr marL="460375" indent="-223838">
              <a:spcBef>
                <a:spcPts val="0"/>
              </a:spcBef>
              <a:spcAft>
                <a:spcPts val="400"/>
              </a:spcAft>
              <a:tabLst/>
              <a:defRPr sz="1400">
                <a:solidFill>
                  <a:schemeClr val="accent3"/>
                </a:solidFill>
                <a:latin typeface="+mj-lt"/>
              </a:defRPr>
            </a:lvl3pPr>
            <a:lvl4pPr marL="690563" indent="-230188">
              <a:spcBef>
                <a:spcPts val="0"/>
              </a:spcBef>
              <a:spcAft>
                <a:spcPts val="400"/>
              </a:spcAft>
              <a:tabLst/>
              <a:defRPr sz="1400">
                <a:solidFill>
                  <a:schemeClr val="accent3"/>
                </a:solidFill>
                <a:latin typeface="+mj-lt"/>
              </a:defRPr>
            </a:lvl4pPr>
            <a:lvl5pPr marL="914400" indent="-211138">
              <a:spcBef>
                <a:spcPts val="0"/>
              </a:spcBef>
              <a:spcAft>
                <a:spcPts val="400"/>
              </a:spcAft>
              <a:tabLst/>
              <a:defRPr sz="14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ECE26F75-3860-3546-85F7-4E09E38C146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57200" y="3234978"/>
            <a:ext cx="3045417" cy="2897535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500">
                <a:latin typeface="+mj-lt"/>
              </a:defRPr>
            </a:lvl1pPr>
            <a:lvl2pPr marL="230188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2pPr>
            <a:lvl3pPr marL="460375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3pPr>
            <a:lvl4pPr marL="690563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4pPr>
            <a:lvl5pPr marL="914400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550B91-2530-453E-B0C0-1C5136AC7099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©2023 ExlService Holdings, Inc. All rights reserved.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1AE373-E197-48C8-94BB-A4EE9BCBC9FC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72866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w/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1" y="1485900"/>
            <a:ext cx="3006916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431BF9-4DD4-B741-825E-226AABE970A3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8948738" y="1484313"/>
            <a:ext cx="2786062" cy="4648200"/>
          </a:xfrm>
        </p:spPr>
        <p:txBody>
          <a:bodyPr anchor="ctr" anchorCtr="0"/>
          <a:lstStyle>
            <a:lvl1pPr marL="0" indent="0" algn="ctr">
              <a:buNone/>
              <a:defRPr sz="1200"/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 dirty="0"/>
              <a:t>Insert infographics within this area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F2620F7-0541-0B45-B341-1E1D12D1390B}"/>
              </a:ext>
            </a:extLst>
          </p:cNvPr>
          <p:cNvCxnSpPr/>
          <p:nvPr userDrawn="1"/>
        </p:nvCxnSpPr>
        <p:spPr>
          <a:xfrm>
            <a:off x="8748793" y="1483669"/>
            <a:ext cx="0" cy="4648844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136AC2DB-B5C2-3A41-A570-78C62820C2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872856" y="1483668"/>
            <a:ext cx="4675989" cy="4648199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400">
                <a:latin typeface="+mj-lt"/>
              </a:defRPr>
            </a:lvl1pPr>
            <a:lvl2pPr marL="230188" indent="-230188">
              <a:spcBef>
                <a:spcPts val="0"/>
              </a:spcBef>
              <a:spcAft>
                <a:spcPts val="400"/>
              </a:spcAft>
              <a:tabLst/>
              <a:defRPr sz="1400">
                <a:solidFill>
                  <a:schemeClr val="accent3"/>
                </a:solidFill>
                <a:latin typeface="+mj-lt"/>
              </a:defRPr>
            </a:lvl2pPr>
            <a:lvl3pPr marL="460375" indent="-223838">
              <a:spcBef>
                <a:spcPts val="0"/>
              </a:spcBef>
              <a:spcAft>
                <a:spcPts val="400"/>
              </a:spcAft>
              <a:tabLst/>
              <a:defRPr sz="1400">
                <a:solidFill>
                  <a:schemeClr val="accent3"/>
                </a:solidFill>
                <a:latin typeface="+mj-lt"/>
              </a:defRPr>
            </a:lvl3pPr>
            <a:lvl4pPr marL="690563" indent="-230188">
              <a:spcBef>
                <a:spcPts val="0"/>
              </a:spcBef>
              <a:spcAft>
                <a:spcPts val="400"/>
              </a:spcAft>
              <a:tabLst/>
              <a:defRPr sz="1400">
                <a:solidFill>
                  <a:schemeClr val="accent3"/>
                </a:solidFill>
                <a:latin typeface="+mj-lt"/>
              </a:defRPr>
            </a:lvl4pPr>
            <a:lvl5pPr marL="914400" indent="-211138">
              <a:spcBef>
                <a:spcPts val="0"/>
              </a:spcBef>
              <a:spcAft>
                <a:spcPts val="400"/>
              </a:spcAft>
              <a:tabLst/>
              <a:defRPr sz="14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824F38BC-D9BA-9143-A602-F90DC3AFC8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7201" y="3234978"/>
            <a:ext cx="3006916" cy="2897535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500">
                <a:latin typeface="+mj-lt"/>
              </a:defRPr>
            </a:lvl1pPr>
            <a:lvl2pPr marL="230188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2pPr>
            <a:lvl3pPr marL="460375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3pPr>
            <a:lvl4pPr marL="690563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4pPr>
            <a:lvl5pPr marL="914400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E9B6FA-F86E-4D68-992A-853CE5A56F6A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©2023 ExlService Holdings, Inc. All rights reserved.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A6C07A-D95A-415D-9CA8-7D982B7879C7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89939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w/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85900"/>
            <a:ext cx="319265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431BF9-4DD4-B741-825E-226AABE970A3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8948738" y="1484313"/>
            <a:ext cx="2786062" cy="4648200"/>
          </a:xfrm>
        </p:spPr>
        <p:txBody>
          <a:bodyPr anchor="ctr" anchorCtr="0"/>
          <a:lstStyle>
            <a:lvl1pPr marL="0" indent="0" algn="ctr">
              <a:buNone/>
              <a:defRPr sz="1200"/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 dirty="0"/>
              <a:t>Insert infographics within this area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F2620F7-0541-0B45-B341-1E1D12D1390B}"/>
              </a:ext>
            </a:extLst>
          </p:cNvPr>
          <p:cNvCxnSpPr/>
          <p:nvPr userDrawn="1"/>
        </p:nvCxnSpPr>
        <p:spPr>
          <a:xfrm>
            <a:off x="8748793" y="1483669"/>
            <a:ext cx="0" cy="4648844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8D6F557C-3C26-B547-B21C-88ADA188DD02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865293" y="1484313"/>
            <a:ext cx="4702140" cy="4648200"/>
          </a:xfrm>
        </p:spPr>
        <p:txBody>
          <a:bodyPr anchor="ctr" anchorCtr="0"/>
          <a:lstStyle>
            <a:lvl1pPr marL="0" indent="0" algn="ctr">
              <a:buNone/>
              <a:defRPr sz="1200"/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 dirty="0"/>
              <a:t>Insert infographics within this area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6A6C5533-0E3B-4A43-98F3-7F2AE6EEEA6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7200" y="3234978"/>
            <a:ext cx="3192651" cy="2897535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500">
                <a:latin typeface="+mj-lt"/>
              </a:defRPr>
            </a:lvl1pPr>
            <a:lvl2pPr marL="230188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2pPr>
            <a:lvl3pPr marL="460375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3pPr>
            <a:lvl4pPr marL="690563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4pPr>
            <a:lvl5pPr marL="914400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C6C721A-E059-4746-AE6B-42D629A56883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©2023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281F594-5190-42AB-AD7C-D99FB93A2D28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19780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w/ gray top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022A485-3031-104C-93B7-435966E4994D}"/>
              </a:ext>
            </a:extLst>
          </p:cNvPr>
          <p:cNvSpPr/>
          <p:nvPr userDrawn="1"/>
        </p:nvSpPr>
        <p:spPr>
          <a:xfrm>
            <a:off x="0" y="0"/>
            <a:ext cx="12192000" cy="2844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" y="3302000"/>
            <a:ext cx="5638800" cy="1598774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3583DCB-C2A9-8D44-82F4-C2F87B09BE5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1387475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D5564F4-F564-D243-90A4-29A81E8B164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20283" y="1387475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029C3C3B-98EF-4B44-BB0A-8940FAB64FC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83365" y="1387475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73B81C94-B4A5-5B45-9AF6-02EAAAE1B2E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57200" y="2085654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C134E51F-B9D7-714C-A962-DAC3EA7E9B3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310008" y="2085654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B8FBFB3F-D200-8E45-A44B-EBD239092EB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73092" y="2085654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DB9533FB-101C-564C-A9B2-8BBC8342D8C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57200" y="5001689"/>
            <a:ext cx="5638800" cy="1240085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500">
                <a:latin typeface="+mj-lt"/>
              </a:defRPr>
            </a:lvl1pPr>
            <a:lvl2pPr marL="230188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2pPr>
            <a:lvl3pPr marL="460375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3pPr>
            <a:lvl4pPr marL="690563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4pPr>
            <a:lvl5pPr marL="914400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023BF8-94F9-4D4F-AE8F-3AB0B07713D0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©2023 ExlService Holdings, Inc. All rights reserved.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64214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ue Title Content w/ gray top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022A485-3031-104C-93B7-435966E4994D}"/>
              </a:ext>
            </a:extLst>
          </p:cNvPr>
          <p:cNvSpPr/>
          <p:nvPr userDrawn="1"/>
        </p:nvSpPr>
        <p:spPr>
          <a:xfrm>
            <a:off x="0" y="0"/>
            <a:ext cx="12192000" cy="2844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" y="3302000"/>
            <a:ext cx="5638800" cy="1598774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rgbClr val="004EFF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rgbClr val="004EFF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 dirty="0"/>
              <a:t>Click to edit Master text styles – orange should never appear on this slide layout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3583DCB-C2A9-8D44-82F4-C2F87B09BE5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1387475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rgbClr val="004EFF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D5564F4-F564-D243-90A4-29A81E8B164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20283" y="1387475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rgbClr val="004EFF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029C3C3B-98EF-4B44-BB0A-8940FAB64FC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83365" y="1387475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rgbClr val="004EFF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73B81C94-B4A5-5B45-9AF6-02EAAAE1B2E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57200" y="2085654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C134E51F-B9D7-714C-A962-DAC3EA7E9B3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310008" y="2085654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B8FBFB3F-D200-8E45-A44B-EBD239092EB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73092" y="2085654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DB9533FB-101C-564C-A9B2-8BBC8342D8C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57200" y="5001689"/>
            <a:ext cx="5638800" cy="1240085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Clr>
                <a:srgbClr val="004EFF"/>
              </a:buClr>
              <a:buFont typeface="System Font Regular"/>
              <a:buChar char="–"/>
              <a:tabLst/>
              <a:defRPr sz="1500">
                <a:latin typeface="+mj-lt"/>
              </a:defRPr>
            </a:lvl1pPr>
            <a:lvl2pPr marL="230188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2pPr>
            <a:lvl3pPr marL="460375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3pPr>
            <a:lvl4pPr marL="690563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4pPr>
            <a:lvl5pPr marL="914400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023BF8-94F9-4D4F-AE8F-3AB0B07713D0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©2023 ExlService Holdings, Inc. All rights reserved.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 dirty="0">
              <a:solidFill>
                <a:schemeClr val="tx2"/>
              </a:solidFill>
            </a:endParaRPr>
          </a:p>
        </p:txBody>
      </p:sp>
      <p:pic>
        <p:nvPicPr>
          <p:cNvPr id="23" name="Picture 22" descr="Shape&#10;&#10;Description automatically generated with medium confidence">
            <a:extLst>
              <a:ext uri="{FF2B5EF4-FFF2-40B4-BE49-F238E27FC236}">
                <a16:creationId xmlns:a16="http://schemas.microsoft.com/office/drawing/2014/main" id="{28E62F5E-30A2-4E0C-853A-422B658FE2A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63261" y="6240520"/>
            <a:ext cx="780005" cy="420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5127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Oran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232900"/>
            <a:ext cx="11277600" cy="4708656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19F8FE3-FF5A-624D-A591-97864EAB29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EA6BAC3-AE5A-4922-A5FE-F7032937A26F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©2023 ExlService Holdings, Inc. All rights reserved.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BC54CAA-7A11-48BC-8EDA-78F72CD7A8AF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bg1"/>
                </a:solidFill>
              </a:rPr>
              <a:t>‹#›</a:t>
            </a:fld>
            <a:endParaRPr lang="en-US" sz="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82905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232900"/>
            <a:ext cx="11277600" cy="4708656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DDEEA63-7DE6-284F-9F05-D9A33CE7D84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699775A-B4A8-402C-8B62-11EC3809FD4E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©2023 ExlService Holdings, Inc. All rights reserved.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4F0CFA-EE8B-45EF-ACB1-2C508059A024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242257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Twe Picture Boxe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3B1206E-A64A-F045-95E1-24068C9F08E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309118" y="1485900"/>
            <a:ext cx="3849205" cy="3572061"/>
          </a:xfrm>
          <a:solidFill>
            <a:schemeClr val="accent6"/>
          </a:solidFill>
        </p:spPr>
        <p:txBody>
          <a:bodyPr anchor="ctr" anchorCtr="0"/>
          <a:lstStyle>
            <a:lvl1pPr marL="0" indent="0" algn="ctr">
              <a:buNone/>
              <a:defRPr sz="1500"/>
            </a:lvl1pPr>
          </a:lstStyle>
          <a:p>
            <a:r>
              <a:rPr lang="en-US" dirty="0"/>
              <a:t>Insert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85900"/>
            <a:ext cx="367937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2DC73AC-0C8F-B04D-AA36-CBBE9383694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55F2D2C-2732-3F46-8B67-8714402C7FF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08475" y="5170489"/>
            <a:ext cx="3849688" cy="245574"/>
          </a:xfrm>
        </p:spPr>
        <p:txBody>
          <a:bodyPr/>
          <a:lstStyle>
            <a:lvl1pPr marL="0" indent="0">
              <a:buNone/>
              <a:defRPr sz="1200" b="0" i="0">
                <a:latin typeface="+mj-lt"/>
                <a:cs typeface="Calibri" panose="020F0502020204030204" pitchFamily="34" charset="0"/>
              </a:defRPr>
            </a:lvl1pPr>
            <a:lvl2pPr marL="290513" indent="0">
              <a:buNone/>
              <a:defRPr sz="1200"/>
            </a:lvl2pPr>
            <a:lvl3pPr marL="582613" indent="0">
              <a:buNone/>
              <a:defRPr sz="1200"/>
            </a:lvl3pPr>
            <a:lvl4pPr marL="855663" indent="0">
              <a:buNone/>
              <a:defRPr sz="1200"/>
            </a:lvl4pPr>
            <a:lvl5pPr marL="1100138" indent="0">
              <a:buNone/>
              <a:defRPr sz="12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B04BC302-BF6F-9F4A-B866-30F63178BDC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341856" y="1485900"/>
            <a:ext cx="3849205" cy="3572061"/>
          </a:xfrm>
          <a:solidFill>
            <a:schemeClr val="accent6"/>
          </a:solidFill>
        </p:spPr>
        <p:txBody>
          <a:bodyPr anchor="ctr" anchorCtr="0"/>
          <a:lstStyle>
            <a:lvl1pPr marL="0" indent="0" algn="ctr">
              <a:buNone/>
              <a:defRPr sz="1500"/>
            </a:lvl1pPr>
          </a:lstStyle>
          <a:p>
            <a:r>
              <a:rPr lang="en-US" dirty="0"/>
              <a:t>Insert Picture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862EB926-2F74-D64F-A4CD-EC5E10070E6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41213" y="5170489"/>
            <a:ext cx="3849688" cy="245574"/>
          </a:xfrm>
        </p:spPr>
        <p:txBody>
          <a:bodyPr/>
          <a:lstStyle>
            <a:lvl1pPr marL="0" indent="0">
              <a:buNone/>
              <a:defRPr sz="1200" b="0" i="0">
                <a:latin typeface="+mj-lt"/>
                <a:cs typeface="Calibri" panose="020F0502020204030204" pitchFamily="34" charset="0"/>
              </a:defRPr>
            </a:lvl1pPr>
            <a:lvl2pPr marL="290513" indent="0">
              <a:buNone/>
              <a:defRPr sz="1200"/>
            </a:lvl2pPr>
            <a:lvl3pPr marL="582613" indent="0">
              <a:buNone/>
              <a:defRPr sz="1200"/>
            </a:lvl3pPr>
            <a:lvl4pPr marL="855663" indent="0">
              <a:buNone/>
              <a:defRPr sz="1200"/>
            </a:lvl4pPr>
            <a:lvl5pPr marL="1100138" indent="0">
              <a:buNone/>
              <a:defRPr sz="12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6C2F399F-28D4-9E43-B164-5A6B7AA1442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7200" y="3234978"/>
            <a:ext cx="3667742" cy="1822983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500">
                <a:latin typeface="+mj-lt"/>
              </a:defRPr>
            </a:lvl1pPr>
            <a:lvl2pPr marL="230188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2pPr>
            <a:lvl3pPr marL="460375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3pPr>
            <a:lvl4pPr marL="690563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4pPr>
            <a:lvl5pPr marL="914400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A1D0406-CCAB-4DC1-A3C0-510BDC9622FF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©2023 ExlService Holdings, Inc. All rights reserved.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A7FAE1C-267D-48D6-A326-B3BD85046225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17865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Infographic Box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9CC39-2615-554C-ADE2-A30C0288899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433888" y="1485900"/>
            <a:ext cx="7300912" cy="4456113"/>
          </a:xfrm>
          <a:noFill/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 dirty="0"/>
              <a:t>Insert infographics within this area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ACA16BD-E4B6-9444-B185-131F327A87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485900"/>
            <a:ext cx="367937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9479803-0328-0048-8006-F62792C416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0" y="6265985"/>
            <a:ext cx="3679825" cy="311028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None/>
              <a:defRPr sz="800">
                <a:latin typeface="+mj-lt"/>
              </a:defRPr>
            </a:lvl1pPr>
            <a:lvl2pPr marL="290513" indent="0">
              <a:spcBef>
                <a:spcPts val="0"/>
              </a:spcBef>
              <a:buNone/>
              <a:defRPr sz="1050"/>
            </a:lvl2pPr>
            <a:lvl3pPr marL="582613" indent="0">
              <a:spcBef>
                <a:spcPts val="0"/>
              </a:spcBef>
              <a:buNone/>
              <a:defRPr sz="1050"/>
            </a:lvl3pPr>
            <a:lvl4pPr marL="855663" indent="0">
              <a:spcBef>
                <a:spcPts val="0"/>
              </a:spcBef>
              <a:buNone/>
              <a:defRPr sz="1050"/>
            </a:lvl4pPr>
            <a:lvl5pPr marL="1100138" indent="0">
              <a:spcBef>
                <a:spcPts val="0"/>
              </a:spcBef>
              <a:buNone/>
              <a:defRPr sz="105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6CEDD1B3-BEED-F34A-B2B4-FB9C258BD23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7200" y="3234978"/>
            <a:ext cx="3667742" cy="1822983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500">
                <a:latin typeface="+mj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405EF5-67A3-467C-B557-30C099F3F7D8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©2023 ExlService Holdings, Inc. All rights reserved.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E476FB-F1EB-4325-8567-72CD95BF0CAA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84413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 Boxes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3B1206E-A64A-F045-95E1-24068C9F08E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57200" y="2214542"/>
            <a:ext cx="7701124" cy="3488834"/>
          </a:xfrm>
          <a:solidFill>
            <a:schemeClr val="accent6"/>
          </a:solidFill>
        </p:spPr>
        <p:txBody>
          <a:bodyPr anchor="ctr" anchorCtr="0"/>
          <a:lstStyle>
            <a:lvl1pPr marL="0" indent="0" algn="ctr">
              <a:buNone/>
              <a:defRPr sz="1500"/>
            </a:lvl1pPr>
          </a:lstStyle>
          <a:p>
            <a:r>
              <a:rPr lang="en-US" dirty="0"/>
              <a:t>Insert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199" y="1485900"/>
            <a:ext cx="7700963" cy="728642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2DC73AC-0C8F-B04D-AA36-CBBE9383694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55F2D2C-2732-3F46-8B67-8714402C7FF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0" y="5841830"/>
            <a:ext cx="7700963" cy="245574"/>
          </a:xfrm>
        </p:spPr>
        <p:txBody>
          <a:bodyPr/>
          <a:lstStyle>
            <a:lvl1pPr marL="0" indent="0">
              <a:buNone/>
              <a:defRPr sz="1200" b="0" i="0">
                <a:latin typeface="+mj-lt"/>
                <a:cs typeface="Calibri" panose="020F0502020204030204" pitchFamily="34" charset="0"/>
              </a:defRPr>
            </a:lvl1pPr>
            <a:lvl2pPr marL="290513" indent="0">
              <a:buNone/>
              <a:defRPr sz="1200"/>
            </a:lvl2pPr>
            <a:lvl3pPr marL="582613" indent="0">
              <a:buNone/>
              <a:defRPr sz="1200"/>
            </a:lvl3pPr>
            <a:lvl4pPr marL="855663" indent="0">
              <a:buNone/>
              <a:defRPr sz="1200"/>
            </a:lvl4pPr>
            <a:lvl5pPr marL="1100138" indent="0">
              <a:buNone/>
              <a:defRPr sz="12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B04BC302-BF6F-9F4A-B866-30F63178BDC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341856" y="2214542"/>
            <a:ext cx="3849205" cy="3488834"/>
          </a:xfrm>
          <a:solidFill>
            <a:schemeClr val="accent6"/>
          </a:solidFill>
        </p:spPr>
        <p:txBody>
          <a:bodyPr anchor="ctr" anchorCtr="0"/>
          <a:lstStyle>
            <a:lvl1pPr marL="0" indent="0" algn="ctr">
              <a:buNone/>
              <a:defRPr sz="1500"/>
            </a:lvl1pPr>
          </a:lstStyle>
          <a:p>
            <a:r>
              <a:rPr lang="en-US" dirty="0"/>
              <a:t>Insert Picture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862EB926-2F74-D64F-A4CD-EC5E10070E6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41213" y="5841830"/>
            <a:ext cx="3849688" cy="245574"/>
          </a:xfrm>
        </p:spPr>
        <p:txBody>
          <a:bodyPr/>
          <a:lstStyle>
            <a:lvl1pPr marL="0" indent="0">
              <a:buNone/>
              <a:defRPr sz="1200" b="0" i="0">
                <a:latin typeface="+mj-lt"/>
                <a:cs typeface="Calibri" panose="020F0502020204030204" pitchFamily="34" charset="0"/>
              </a:defRPr>
            </a:lvl1pPr>
            <a:lvl2pPr marL="290513" indent="0">
              <a:buNone/>
              <a:defRPr sz="1200"/>
            </a:lvl2pPr>
            <a:lvl3pPr marL="582613" indent="0">
              <a:buNone/>
              <a:defRPr sz="1200"/>
            </a:lvl3pPr>
            <a:lvl4pPr marL="855663" indent="0">
              <a:buNone/>
              <a:defRPr sz="1200"/>
            </a:lvl4pPr>
            <a:lvl5pPr marL="1100138" indent="0">
              <a:buNone/>
              <a:defRPr sz="12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C3C935CB-FC55-5340-B422-F68ABAB496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40725" y="1485900"/>
            <a:ext cx="3394075" cy="614363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500">
                <a:latin typeface="+mj-lt"/>
              </a:defRPr>
            </a:lvl1pPr>
            <a:lvl2pPr marL="290513" indent="0">
              <a:spcBef>
                <a:spcPts val="0"/>
              </a:spcBef>
              <a:buNone/>
              <a:defRPr sz="1500">
                <a:latin typeface="+mj-lt"/>
              </a:defRPr>
            </a:lvl2pPr>
            <a:lvl3pPr marL="582613" indent="0">
              <a:spcBef>
                <a:spcPts val="0"/>
              </a:spcBef>
              <a:buNone/>
              <a:defRPr sz="1500">
                <a:latin typeface="+mj-lt"/>
              </a:defRPr>
            </a:lvl3pPr>
            <a:lvl4pPr marL="855663" indent="0">
              <a:spcBef>
                <a:spcPts val="0"/>
              </a:spcBef>
              <a:buNone/>
              <a:defRPr sz="1500">
                <a:latin typeface="+mj-lt"/>
              </a:defRPr>
            </a:lvl4pPr>
            <a:lvl5pPr marL="1100138" indent="0">
              <a:spcBef>
                <a:spcPts val="0"/>
              </a:spcBef>
              <a:buNone/>
              <a:defRPr sz="15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455CA8D-D85C-4F87-A72B-E505E8448094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©2023 ExlService Holdings, Inc. All rights reserved.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917C56B-37CB-4D76-AF28-BE94C7A1A020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33142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Oran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705356"/>
            <a:ext cx="11277600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8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4684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409154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Slide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41A1EF-1130-0847-A890-759BB7F11D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2941639"/>
            <a:ext cx="3807869" cy="281142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D1B4C41C-FB42-AD48-A6C4-FD4FE1D148B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3293332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F2667988-617F-004D-B13E-69F23C6018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3568293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6FE5633E-57AE-5F4C-8DC4-A6A36A5A6C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97790"/>
            <a:ext cx="3807869" cy="281142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3CD5681D-08CD-CE43-A482-97B6B98B317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4949483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A24ABB26-7301-E846-A462-7610E217F0B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5224444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903EF78-E55B-BE4C-9CF2-0175C0D0E83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92607" y="2941639"/>
            <a:ext cx="3807869" cy="281142"/>
          </a:xfrm>
        </p:spPr>
        <p:txBody>
          <a:bodyPr/>
          <a:lstStyle>
            <a:lvl1pPr marL="0" indent="0"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EC6E547-EACF-304E-A8A1-B89AA807202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92607" y="3293332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032E99CF-0040-9145-B590-C27DD73EAEA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92607" y="3568293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28F4786A-0F68-1A46-8E73-D7568095F32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792607" y="4597790"/>
            <a:ext cx="3807869" cy="1496778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31D6697-EB49-1144-B5F3-9918FB7982C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684" y="1133447"/>
            <a:ext cx="1797646" cy="115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5513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Slide Oran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41A1EF-1130-0847-A890-759BB7F11D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2941639"/>
            <a:ext cx="3807869" cy="281142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D1B4C41C-FB42-AD48-A6C4-FD4FE1D148B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3293332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F2667988-617F-004D-B13E-69F23C6018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3568293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6FE5633E-57AE-5F4C-8DC4-A6A36A5A6C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97790"/>
            <a:ext cx="3807869" cy="281142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3CD5681D-08CD-CE43-A482-97B6B98B317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4949483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A24ABB26-7301-E846-A462-7610E217F0B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5224444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903EF78-E55B-BE4C-9CF2-0175C0D0E83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92607" y="2941639"/>
            <a:ext cx="3807869" cy="281142"/>
          </a:xfrm>
        </p:spPr>
        <p:txBody>
          <a:bodyPr/>
          <a:lstStyle>
            <a:lvl1pPr marL="0" indent="0"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EC6E547-EACF-304E-A8A1-B89AA807202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92607" y="3293332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032E99CF-0040-9145-B590-C27DD73EAEA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92607" y="3568293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28F4786A-0F68-1A46-8E73-D7568095F32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792607" y="4597790"/>
            <a:ext cx="3807869" cy="1496778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31D6697-EB49-1144-B5F3-9918FB7982C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684" y="1133447"/>
            <a:ext cx="1797645" cy="115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3223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3"/>
          <p:cNvSpPr/>
          <p:nvPr userDrawn="1"/>
        </p:nvSpPr>
        <p:spPr>
          <a:xfrm>
            <a:off x="3" y="4"/>
            <a:ext cx="10843708" cy="763793"/>
          </a:xfrm>
          <a:custGeom>
            <a:avLst/>
            <a:gdLst>
              <a:gd name="connsiteX0" fmla="*/ 0 w 10843708"/>
              <a:gd name="connsiteY0" fmla="*/ 0 h 763793"/>
              <a:gd name="connsiteX1" fmla="*/ 10843708 w 10843708"/>
              <a:gd name="connsiteY1" fmla="*/ 0 h 763793"/>
              <a:gd name="connsiteX2" fmla="*/ 10843708 w 10843708"/>
              <a:gd name="connsiteY2" fmla="*/ 763793 h 763793"/>
              <a:gd name="connsiteX3" fmla="*/ 0 w 10843708"/>
              <a:gd name="connsiteY3" fmla="*/ 763793 h 763793"/>
              <a:gd name="connsiteX4" fmla="*/ 0 w 10843708"/>
              <a:gd name="connsiteY4" fmla="*/ 0 h 763793"/>
              <a:gd name="connsiteX0" fmla="*/ 0 w 10843708"/>
              <a:gd name="connsiteY0" fmla="*/ 0 h 763793"/>
              <a:gd name="connsiteX1" fmla="*/ 10843708 w 10843708"/>
              <a:gd name="connsiteY1" fmla="*/ 0 h 763793"/>
              <a:gd name="connsiteX2" fmla="*/ 10338099 w 10843708"/>
              <a:gd name="connsiteY2" fmla="*/ 763793 h 763793"/>
              <a:gd name="connsiteX3" fmla="*/ 0 w 10843708"/>
              <a:gd name="connsiteY3" fmla="*/ 763793 h 763793"/>
              <a:gd name="connsiteX4" fmla="*/ 0 w 10843708"/>
              <a:gd name="connsiteY4" fmla="*/ 0 h 763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843708" h="763793">
                <a:moveTo>
                  <a:pt x="0" y="0"/>
                </a:moveTo>
                <a:lnTo>
                  <a:pt x="10843708" y="0"/>
                </a:lnTo>
                <a:lnTo>
                  <a:pt x="10338099" y="763793"/>
                </a:lnTo>
                <a:lnTo>
                  <a:pt x="0" y="763793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9" tIns="45719" rIns="91439" bIns="45719" rtlCol="0" anchor="ctr"/>
          <a:lstStyle/>
          <a:p>
            <a:pPr algn="ctr" defTabSz="914332"/>
            <a:endParaRPr lang="en-US" sz="1867">
              <a:solidFill>
                <a:srgbClr val="FFFFFF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22947" y="86063"/>
            <a:ext cx="914636" cy="58879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1" y="88937"/>
            <a:ext cx="9624163" cy="585920"/>
          </a:xfrm>
        </p:spPr>
        <p:txBody>
          <a:bodyPr anchor="ctr">
            <a:normAutofit/>
          </a:bodyPr>
          <a:lstStyle>
            <a:lvl1pPr marL="0" indent="0">
              <a:buNone/>
              <a:defRPr sz="2267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Page Heading</a:t>
            </a:r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6260954" y="6558701"/>
            <a:ext cx="5931049" cy="299299"/>
            <a:chOff x="6260951" y="6558701"/>
            <a:chExt cx="5931049" cy="299299"/>
          </a:xfrm>
        </p:grpSpPr>
        <p:sp>
          <p:nvSpPr>
            <p:cNvPr id="16" name="Rectangle 15"/>
            <p:cNvSpPr/>
            <p:nvPr userDrawn="1"/>
          </p:nvSpPr>
          <p:spPr>
            <a:xfrm>
              <a:off x="6260951" y="6558701"/>
              <a:ext cx="5931049" cy="299299"/>
            </a:xfrm>
            <a:custGeom>
              <a:avLst/>
              <a:gdLst>
                <a:gd name="connsiteX0" fmla="*/ 0 w 5931049"/>
                <a:gd name="connsiteY0" fmla="*/ 0 h 299299"/>
                <a:gd name="connsiteX1" fmla="*/ 5931049 w 5931049"/>
                <a:gd name="connsiteY1" fmla="*/ 0 h 299299"/>
                <a:gd name="connsiteX2" fmla="*/ 5931049 w 5931049"/>
                <a:gd name="connsiteY2" fmla="*/ 299299 h 299299"/>
                <a:gd name="connsiteX3" fmla="*/ 0 w 5931049"/>
                <a:gd name="connsiteY3" fmla="*/ 299299 h 299299"/>
                <a:gd name="connsiteX4" fmla="*/ 0 w 5931049"/>
                <a:gd name="connsiteY4" fmla="*/ 0 h 299299"/>
                <a:gd name="connsiteX0" fmla="*/ 209228 w 5931049"/>
                <a:gd name="connsiteY0" fmla="*/ 0 h 299299"/>
                <a:gd name="connsiteX1" fmla="*/ 5931049 w 5931049"/>
                <a:gd name="connsiteY1" fmla="*/ 0 h 299299"/>
                <a:gd name="connsiteX2" fmla="*/ 5931049 w 5931049"/>
                <a:gd name="connsiteY2" fmla="*/ 299299 h 299299"/>
                <a:gd name="connsiteX3" fmla="*/ 0 w 5931049"/>
                <a:gd name="connsiteY3" fmla="*/ 299299 h 299299"/>
                <a:gd name="connsiteX4" fmla="*/ 209228 w 5931049"/>
                <a:gd name="connsiteY4" fmla="*/ 0 h 299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31049" h="299299">
                  <a:moveTo>
                    <a:pt x="209228" y="0"/>
                  </a:moveTo>
                  <a:lnTo>
                    <a:pt x="5931049" y="0"/>
                  </a:lnTo>
                  <a:lnTo>
                    <a:pt x="5931049" y="299299"/>
                  </a:lnTo>
                  <a:lnTo>
                    <a:pt x="0" y="299299"/>
                  </a:lnTo>
                  <a:lnTo>
                    <a:pt x="209228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32"/>
              <a:endParaRPr lang="en-US" sz="1867">
                <a:solidFill>
                  <a:srgbClr val="FFFFFF"/>
                </a:solidFill>
              </a:endParaRPr>
            </a:p>
          </p:txBody>
        </p:sp>
        <p:grpSp>
          <p:nvGrpSpPr>
            <p:cNvPr id="17" name="Group 16"/>
            <p:cNvGrpSpPr/>
            <p:nvPr userDrawn="1"/>
          </p:nvGrpSpPr>
          <p:grpSpPr>
            <a:xfrm>
              <a:off x="8799513" y="6615920"/>
              <a:ext cx="2703555" cy="162839"/>
              <a:chOff x="8799513" y="6615920"/>
              <a:chExt cx="2703555" cy="162839"/>
            </a:xfrm>
          </p:grpSpPr>
          <p:cxnSp>
            <p:nvCxnSpPr>
              <p:cNvPr id="18" name="Straight Connector 17"/>
              <p:cNvCxnSpPr/>
              <p:nvPr userDrawn="1"/>
            </p:nvCxnSpPr>
            <p:spPr>
              <a:xfrm flipH="1">
                <a:off x="8799513" y="6615920"/>
                <a:ext cx="106492" cy="16283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/>
              <p:cNvCxnSpPr/>
              <p:nvPr userDrawn="1"/>
            </p:nvCxnSpPr>
            <p:spPr>
              <a:xfrm flipH="1">
                <a:off x="11396576" y="6615920"/>
                <a:ext cx="106492" cy="16283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0" name="TextBox 19"/>
          <p:cNvSpPr txBox="1"/>
          <p:nvPr userDrawn="1"/>
        </p:nvSpPr>
        <p:spPr>
          <a:xfrm>
            <a:off x="6483181" y="6648877"/>
            <a:ext cx="2079575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 defTabSz="914332"/>
            <a:fld id="{79C7C16D-3FCE-4FD9-B5D5-8D283AC2A2D0}" type="datetime4">
              <a:rPr lang="en-US" sz="900">
                <a:solidFill>
                  <a:srgbClr val="FFFFFF"/>
                </a:solidFill>
              </a:rPr>
              <a:pPr algn="r" defTabSz="914332"/>
              <a:t>January 6, 2026</a:t>
            </a:fld>
            <a:endParaRPr lang="en-US" sz="900" dirty="0">
              <a:solidFill>
                <a:srgbClr val="FFFFFF"/>
              </a:solidFill>
            </a:endParaRPr>
          </a:p>
        </p:txBody>
      </p:sp>
      <p:sp>
        <p:nvSpPr>
          <p:cNvPr id="21" name="TextBox 20"/>
          <p:cNvSpPr txBox="1"/>
          <p:nvPr userDrawn="1"/>
        </p:nvSpPr>
        <p:spPr>
          <a:xfrm>
            <a:off x="11503068" y="6648877"/>
            <a:ext cx="334512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 defTabSz="914332"/>
            <a:fld id="{13DD8D3D-9F5D-40B5-8723-5F4A9233747C}" type="slidenum">
              <a:rPr lang="en-US" sz="900">
                <a:solidFill>
                  <a:srgbClr val="FFFFFF"/>
                </a:solidFill>
              </a:rPr>
              <a:pPr algn="r" defTabSz="914332"/>
              <a:t>‹#›</a:t>
            </a:fld>
            <a:endParaRPr lang="en-US" sz="900" dirty="0">
              <a:solidFill>
                <a:srgbClr val="FFFFFF"/>
              </a:solidFill>
            </a:endParaRPr>
          </a:p>
        </p:txBody>
      </p:sp>
      <p:sp>
        <p:nvSpPr>
          <p:cNvPr id="22" name="TextBox 21"/>
          <p:cNvSpPr txBox="1"/>
          <p:nvPr userDrawn="1"/>
        </p:nvSpPr>
        <p:spPr>
          <a:xfrm>
            <a:off x="9128077" y="6648877"/>
            <a:ext cx="2079575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914332"/>
            <a:r>
              <a:rPr lang="en-US" sz="900" dirty="0">
                <a:solidFill>
                  <a:srgbClr val="FFFFFF"/>
                </a:solidFill>
              </a:rPr>
              <a:t>© 2018 EXLSERVICE HOLDINGS, INC</a:t>
            </a:r>
          </a:p>
        </p:txBody>
      </p:sp>
    </p:spTree>
    <p:extLst>
      <p:ext uri="{BB962C8B-B14F-4D97-AF65-F5344CB8AC3E}">
        <p14:creationId xmlns:p14="http://schemas.microsoft.com/office/powerpoint/2010/main" val="31963049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One Column Orange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9476"/>
            <a:ext cx="11277600" cy="525180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287519"/>
            <a:ext cx="11277598" cy="169682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0A311A-F8BF-4B10-8541-D51CBF36A968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©2023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82816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title arrow wind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67CE129-0A95-7543-B57A-C882E04A346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048" y="0"/>
            <a:ext cx="12192000" cy="6858000"/>
          </a:xfrm>
          <a:solidFill>
            <a:schemeClr val="accent6"/>
          </a:solidFill>
        </p:spPr>
        <p:txBody>
          <a:bodyPr tIns="1188720" rIns="914400"/>
          <a:lstStyle>
            <a:lvl1pPr marL="0" indent="0" algn="r">
              <a:buNone/>
              <a:defRPr/>
            </a:lvl1pPr>
          </a:lstStyle>
          <a:p>
            <a:r>
              <a:rPr lang="en-US"/>
              <a:t>Insert Picture</a:t>
            </a:r>
            <a:br>
              <a:rPr lang="en-US"/>
            </a:br>
            <a:r>
              <a:rPr lang="en-US"/>
              <a:t>and send to back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CD8347-12EC-7004-68FD-F0EB1360FD8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0"/>
            <a:ext cx="12188952" cy="6858000"/>
          </a:xfr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52627" y="457200"/>
            <a:ext cx="5637229" cy="341354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52627" y="4027501"/>
            <a:ext cx="5637229" cy="936385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accent3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87C4AD12-4ACC-C840-8312-C7E5355E4FF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15808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600" cy="123348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25625"/>
            <a:ext cx="11277600" cy="390587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176963"/>
            <a:ext cx="3124200" cy="36512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0CCCACD6-8279-7A43-AFDE-A51255A0F160}" type="datetime1">
              <a:rPr lang="en-US" smtClean="0"/>
              <a:t>1/6/2026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176963"/>
            <a:ext cx="4114800" cy="36512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©2023 ExlService Holdings, Inc. All rights reserved.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991600" y="6176963"/>
            <a:ext cx="2743200" cy="36512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166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1"/>
        </a:buClr>
        <a:buFont typeface="System Font Regular"/>
        <a:buChar char="–"/>
        <a:defRPr sz="2800" kern="1200">
          <a:solidFill>
            <a:schemeClr val="tx2"/>
          </a:solidFill>
          <a:latin typeface="+mj-lt"/>
          <a:ea typeface="+mn-ea"/>
          <a:cs typeface="+mn-cs"/>
        </a:defRPr>
      </a:lvl1pPr>
      <a:lvl2pPr marL="515938" indent="-225425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–"/>
        <a:tabLst/>
        <a:defRPr sz="2400" kern="1200">
          <a:solidFill>
            <a:schemeClr val="tx2"/>
          </a:solidFill>
          <a:latin typeface="+mj-lt"/>
          <a:ea typeface="+mn-ea"/>
          <a:cs typeface="+mn-cs"/>
        </a:defRPr>
      </a:lvl2pPr>
      <a:lvl3pPr marL="808038" indent="-225425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–"/>
        <a:tabLst/>
        <a:defRPr sz="2000" kern="1200">
          <a:solidFill>
            <a:schemeClr val="tx2"/>
          </a:solidFill>
          <a:latin typeface="+mj-lt"/>
          <a:ea typeface="+mn-ea"/>
          <a:cs typeface="+mn-cs"/>
        </a:defRPr>
      </a:lvl3pPr>
      <a:lvl4pPr marL="1090613" indent="-234950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–"/>
        <a:tabLst/>
        <a:defRPr sz="1800" kern="1200">
          <a:solidFill>
            <a:schemeClr val="tx2"/>
          </a:solidFill>
          <a:latin typeface="+mj-lt"/>
          <a:ea typeface="+mn-ea"/>
          <a:cs typeface="+mn-cs"/>
        </a:defRPr>
      </a:lvl4pPr>
      <a:lvl5pPr marL="1373188" indent="-273050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–"/>
        <a:tabLst/>
        <a:defRPr sz="1800" kern="1200">
          <a:solidFill>
            <a:schemeClr val="tx2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288">
          <p15:clr>
            <a:srgbClr val="F26B43"/>
          </p15:clr>
        </p15:guide>
        <p15:guide id="4" pos="7392">
          <p15:clr>
            <a:srgbClr val="F26B43"/>
          </p15:clr>
        </p15:guide>
        <p15:guide id="5" orient="horz" pos="4128">
          <p15:clr>
            <a:srgbClr val="F26B43"/>
          </p15:clr>
        </p15:guide>
        <p15:guide id="6" orient="horz" pos="2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9.xml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10" Type="http://schemas.openxmlformats.org/officeDocument/2006/relationships/image" Target="../media/image18.jpeg"/><Relationship Id="rId4" Type="http://schemas.openxmlformats.org/officeDocument/2006/relationships/image" Target="../media/image12.svg"/><Relationship Id="rId9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6">
            <a:extLst>
              <a:ext uri="{FF2B5EF4-FFF2-40B4-BE49-F238E27FC236}">
                <a16:creationId xmlns:a16="http://schemas.microsoft.com/office/drawing/2014/main" id="{02C5B693-4C81-7049-943F-0438E5079560}"/>
              </a:ext>
            </a:extLst>
          </p:cNvPr>
          <p:cNvPicPr>
            <a:picLocks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4" r="1854"/>
          <a:stretch/>
        </p:blipFill>
        <p:spPr>
          <a:xfrm>
            <a:off x="0" y="-1"/>
            <a:ext cx="12276000" cy="6968691"/>
          </a:xfrm>
          <a:prstGeom prst="rect">
            <a:avLst/>
          </a:prstGeom>
          <a:solidFill>
            <a:schemeClr val="accent6"/>
          </a:solidFill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0C1DDD1-C98E-0A3A-DD7D-4B7643629AA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0"/>
            <a:ext cx="12276000" cy="6968690"/>
          </a:xfr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888B4A6-D636-E74D-85CC-AD4ACBC34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97352" y="426613"/>
            <a:ext cx="6486622" cy="3413547"/>
          </a:xfrm>
        </p:spPr>
        <p:txBody>
          <a:bodyPr/>
          <a:lstStyle/>
          <a:p>
            <a:r>
              <a:rPr lang="en-US" sz="4400" b="1" dirty="0">
                <a:solidFill>
                  <a:srgbClr val="FF4E0B"/>
                </a:solidFill>
              </a:rPr>
              <a:t>Sales Enablement Platform</a:t>
            </a:r>
            <a:br>
              <a:rPr lang="en-US" sz="5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        Designed to support scalable, multi-client health insurance sales operations</a:t>
            </a:r>
            <a:endParaRPr lang="en-US" sz="1400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CC5E2174-CEBC-DA0E-4A29-28F8D90527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97352" y="4027501"/>
            <a:ext cx="5637229" cy="1398514"/>
          </a:xfrm>
        </p:spPr>
        <p:txBody>
          <a:bodyPr/>
          <a:lstStyle/>
          <a:p>
            <a:r>
              <a:rPr lang="en-US" sz="2400" dirty="0"/>
              <a:t>January 2026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AC910D-34C6-CF0C-41C2-B61D2E55680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86757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A454E3E-BA79-8475-6A85-3412C0B3D5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485" y="195943"/>
            <a:ext cx="11745685" cy="6030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050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587DDDA4-8CA8-055E-9024-C7E86F26C0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9260" y="326486"/>
            <a:ext cx="11277600" cy="317670"/>
          </a:xfrm>
        </p:spPr>
        <p:txBody>
          <a:bodyPr>
            <a:noAutofit/>
          </a:bodyPr>
          <a:lstStyle/>
          <a:p>
            <a:pPr lvl="0" defTabSz="45720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400" b="1" dirty="0">
                <a:solidFill>
                  <a:srgbClr val="FF4E0B"/>
                </a:solidFill>
              </a:rPr>
              <a:t>Sales Enablement Platform – Medicare Sales Solution</a:t>
            </a:r>
            <a:endParaRPr lang="en-US" sz="2400" b="1" dirty="0">
              <a:solidFill>
                <a:srgbClr val="FF4E0B"/>
              </a:solidFill>
              <a:latin typeface="Calibri Light" panose="020F030202020403020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F8113D7-7C57-78FC-4D3D-4F12000D9CD5}"/>
              </a:ext>
            </a:extLst>
          </p:cNvPr>
          <p:cNvSpPr/>
          <p:nvPr/>
        </p:nvSpPr>
        <p:spPr>
          <a:xfrm>
            <a:off x="408760" y="1418768"/>
            <a:ext cx="2553521" cy="507516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rgbClr val="FB4D0A"/>
              </a:buClr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 panose="020F0302020204030204"/>
                <a:ea typeface="STKaiti"/>
                <a:cs typeface="Arial" panose="020B0604020202020204" pitchFamily="34" charset="0"/>
              </a:rPr>
              <a:t>Background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rgbClr val="FB4D0A"/>
              </a:buClr>
              <a:buSzTx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 Light" panose="020F0302020204030204"/>
              <a:ea typeface="STKaiti"/>
              <a:cs typeface="Arial" panose="020B0604020202020204" pitchFamily="34" charset="0"/>
            </a:endParaRPr>
          </a:p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FB4D0A"/>
              </a:buClr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 panose="020F0302020204030204"/>
                <a:ea typeface="STKaiti"/>
                <a:cs typeface="Arial" panose="020B0604020202020204" pitchFamily="34" charset="0"/>
              </a:rPr>
              <a:t>Problem Outline: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 panose="020F0302020204030204"/>
                <a:ea typeface="STKaiti"/>
                <a:cs typeface="Arial" panose="020B0604020202020204" pitchFamily="34" charset="0"/>
              </a:rPr>
              <a:t> </a:t>
            </a:r>
          </a:p>
          <a:p>
            <a:pPr marL="171450" lvl="0" indent="-171450" fontAlgn="base">
              <a:spcAft>
                <a:spcPct val="0"/>
              </a:spcAft>
              <a:buClr>
                <a:srgbClr val="FB4D0A"/>
              </a:buClr>
              <a:buFont typeface="Arial" panose="020B0604020202020204" pitchFamily="34" charset="0"/>
              <a:buChar char="•"/>
              <a:defRPr/>
            </a:pPr>
            <a:r>
              <a:rPr lang="en-US" sz="1050" dirty="0">
                <a:solidFill>
                  <a:srgbClr val="000000"/>
                </a:solidFill>
                <a:latin typeface="Calibri Light" panose="020F0302020204030204"/>
                <a:ea typeface="STKaiti"/>
                <a:cs typeface="Arial" panose="020B0604020202020204" pitchFamily="34" charset="0"/>
              </a:rPr>
              <a:t>Medicare sales involves multiple disconnected steps: lead creation, appointment scheduling, plan comparison, and enrollment</a:t>
            </a:r>
          </a:p>
          <a:p>
            <a:pPr marL="171450" lvl="0" indent="-171450" fontAlgn="base">
              <a:spcAft>
                <a:spcPct val="0"/>
              </a:spcAft>
              <a:buClr>
                <a:srgbClr val="FB4D0A"/>
              </a:buClr>
              <a:buFont typeface="Arial" panose="020B0604020202020204" pitchFamily="34" charset="0"/>
              <a:buChar char="•"/>
              <a:defRPr/>
            </a:pPr>
            <a:r>
              <a:rPr lang="en-US" sz="1050" dirty="0">
                <a:solidFill>
                  <a:srgbClr val="000000"/>
                </a:solidFill>
                <a:latin typeface="Calibri Light" panose="020F0302020204030204"/>
                <a:ea typeface="STKaiti"/>
                <a:cs typeface="Arial" panose="020B0604020202020204" pitchFamily="34" charset="0"/>
              </a:rPr>
              <a:t>Agents rely on fragmented tools, resulting in inefficiencies and inconsistent member experiences</a:t>
            </a:r>
          </a:p>
          <a:p>
            <a:pPr marL="171450" lvl="0" indent="-171450" fontAlgn="base">
              <a:spcAft>
                <a:spcPct val="0"/>
              </a:spcAft>
              <a:buClr>
                <a:srgbClr val="FB4D0A"/>
              </a:buClr>
              <a:buFont typeface="Arial" panose="020B0604020202020204" pitchFamily="34" charset="0"/>
              <a:buChar char="•"/>
              <a:defRPr/>
            </a:pPr>
            <a:r>
              <a:rPr lang="en-US" sz="1050" dirty="0">
                <a:solidFill>
                  <a:srgbClr val="000000"/>
                </a:solidFill>
                <a:latin typeface="Calibri Light" panose="020F0302020204030204"/>
                <a:ea typeface="STKaiti"/>
                <a:cs typeface="Arial" panose="020B0604020202020204" pitchFamily="34" charset="0"/>
              </a:rPr>
              <a:t>Limited real-time visibility into lead progression and conversion outcomes</a:t>
            </a:r>
          </a:p>
          <a:p>
            <a:pPr marL="171450" lvl="0" indent="-171450" fontAlgn="base">
              <a:spcAft>
                <a:spcPct val="0"/>
              </a:spcAft>
              <a:buClr>
                <a:srgbClr val="FB4D0A"/>
              </a:buClr>
              <a:buFont typeface="Arial" panose="020B0604020202020204" pitchFamily="34" charset="0"/>
              <a:buChar char="•"/>
              <a:defRPr/>
            </a:pPr>
            <a:r>
              <a:rPr lang="en-US" sz="1050" dirty="0">
                <a:solidFill>
                  <a:srgbClr val="000000"/>
                </a:solidFill>
                <a:latin typeface="Calibri Light" panose="020F0302020204030204"/>
                <a:ea typeface="STKaiti"/>
                <a:cs typeface="Arial" panose="020B0604020202020204" pitchFamily="34" charset="0"/>
              </a:rPr>
              <a:t>Platforms are often built client-specific, limiting reuse and scalability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 Light" panose="020F0302020204030204"/>
              <a:ea typeface="STKaiti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FB4D0A"/>
              </a:buClr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 panose="020F0302020204030204"/>
                <a:ea typeface="STKaiti"/>
                <a:cs typeface="Arial" panose="020B0604020202020204" pitchFamily="34" charset="0"/>
              </a:rPr>
              <a:t>Objectives:</a:t>
            </a:r>
          </a:p>
          <a:p>
            <a:pPr marL="171450" lvl="0" indent="-171450" fontAlgn="base">
              <a:spcAft>
                <a:spcPct val="0"/>
              </a:spcAft>
              <a:buClr>
                <a:srgbClr val="FB4D0A"/>
              </a:buClr>
              <a:buFont typeface="Arial" panose="020B0604020202020204" pitchFamily="34" charset="0"/>
              <a:buChar char="•"/>
              <a:defRPr/>
            </a:pPr>
            <a:r>
              <a:rPr lang="en-US" sz="1050" dirty="0">
                <a:solidFill>
                  <a:srgbClr val="000000"/>
                </a:solidFill>
                <a:latin typeface="Calibri Light" panose="020F0302020204030204"/>
                <a:ea typeface="STKaiti"/>
                <a:cs typeface="Arial" panose="020B0604020202020204" pitchFamily="34" charset="0"/>
              </a:rPr>
              <a:t>Build a scalable, reusable sales enablement platform for Medicare enrollment</a:t>
            </a:r>
          </a:p>
          <a:p>
            <a:pPr marL="171450" lvl="0" indent="-171450" fontAlgn="base">
              <a:spcAft>
                <a:spcPct val="0"/>
              </a:spcAft>
              <a:buClr>
                <a:srgbClr val="FB4D0A"/>
              </a:buClr>
              <a:buFont typeface="Arial" panose="020B0604020202020204" pitchFamily="34" charset="0"/>
              <a:buChar char="•"/>
              <a:defRPr/>
            </a:pPr>
            <a:r>
              <a:rPr lang="en-US" sz="1050" dirty="0">
                <a:solidFill>
                  <a:srgbClr val="000000"/>
                </a:solidFill>
                <a:latin typeface="Calibri Light" panose="020F0302020204030204"/>
                <a:ea typeface="STKaiti"/>
                <a:cs typeface="Arial" panose="020B0604020202020204" pitchFamily="34" charset="0"/>
              </a:rPr>
              <a:t>Provide end-to-end lead-to-member visibility in a single system</a:t>
            </a:r>
          </a:p>
          <a:p>
            <a:pPr marL="171450" lvl="0" indent="-171450" fontAlgn="base">
              <a:spcAft>
                <a:spcPct val="0"/>
              </a:spcAft>
              <a:buClr>
                <a:srgbClr val="FB4D0A"/>
              </a:buClr>
              <a:buFont typeface="Arial" panose="020B0604020202020204" pitchFamily="34" charset="0"/>
              <a:buChar char="•"/>
              <a:defRPr/>
            </a:pPr>
            <a:r>
              <a:rPr lang="en-US" sz="1050" dirty="0">
                <a:solidFill>
                  <a:srgbClr val="000000"/>
                </a:solidFill>
                <a:latin typeface="Calibri Light" panose="020F0302020204030204"/>
                <a:ea typeface="STKaiti"/>
                <a:cs typeface="Arial" panose="020B0604020202020204" pitchFamily="34" charset="0"/>
              </a:rPr>
              <a:t> Improve agent efficiency while maintaining compliance and accuracy</a:t>
            </a:r>
            <a:endParaRPr kumimoji="0" lang="en-US" sz="105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 Light" panose="020F0302020204030204"/>
              <a:ea typeface="STKaiti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FB4D0A"/>
              </a:buClr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 panose="020F0302020204030204"/>
                <a:ea typeface="STKaiti"/>
                <a:cs typeface="Arial" panose="020B0604020202020204" pitchFamily="34" charset="0"/>
              </a:rPr>
              <a:t>Targeted Users:</a:t>
            </a:r>
          </a:p>
          <a:p>
            <a:pPr marL="171450" lvl="0" indent="-171450" fontAlgn="base">
              <a:spcAft>
                <a:spcPct val="0"/>
              </a:spcAft>
              <a:buClr>
                <a:srgbClr val="FB4D0A"/>
              </a:buClr>
              <a:buFont typeface="Arial" panose="020B0604020202020204" pitchFamily="34" charset="0"/>
              <a:buChar char="•"/>
              <a:defRPr/>
            </a:pPr>
            <a:r>
              <a:rPr lang="en-US" sz="1050" dirty="0" err="1">
                <a:solidFill>
                  <a:srgbClr val="000000"/>
                </a:solidFill>
                <a:latin typeface="Calibri Light" panose="020F0302020204030204"/>
                <a:ea typeface="STKaiti"/>
                <a:cs typeface="Arial" panose="020B0604020202020204" pitchFamily="34" charset="0"/>
              </a:rPr>
              <a:t>Telesales</a:t>
            </a:r>
            <a:r>
              <a:rPr lang="en-US" sz="1050" dirty="0">
                <a:solidFill>
                  <a:srgbClr val="000000"/>
                </a:solidFill>
                <a:latin typeface="Calibri Light" panose="020F0302020204030204"/>
                <a:ea typeface="STKaiti"/>
                <a:cs typeface="Arial" panose="020B0604020202020204" pitchFamily="34" charset="0"/>
              </a:rPr>
              <a:t> and field sales agents</a:t>
            </a:r>
          </a:p>
          <a:p>
            <a:pPr marL="171450" lvl="0" indent="-171450" fontAlgn="base">
              <a:spcAft>
                <a:spcPct val="0"/>
              </a:spcAft>
              <a:buClr>
                <a:srgbClr val="FB4D0A"/>
              </a:buClr>
              <a:buFont typeface="Arial" panose="020B0604020202020204" pitchFamily="34" charset="0"/>
              <a:buChar char="•"/>
              <a:defRPr/>
            </a:pPr>
            <a:r>
              <a:rPr lang="en-US" sz="1050" dirty="0">
                <a:solidFill>
                  <a:srgbClr val="000000"/>
                </a:solidFill>
                <a:latin typeface="Calibri Light" panose="020F0302020204030204"/>
                <a:ea typeface="STKaiti"/>
                <a:cs typeface="Arial" panose="020B0604020202020204" pitchFamily="34" charset="0"/>
              </a:rPr>
              <a:t>Sales managers and operations teams</a:t>
            </a:r>
          </a:p>
          <a:p>
            <a:pPr marL="171450" lvl="0" indent="-171450" fontAlgn="base">
              <a:spcAft>
                <a:spcPct val="0"/>
              </a:spcAft>
              <a:buClr>
                <a:srgbClr val="FB4D0A"/>
              </a:buClr>
              <a:buFont typeface="Arial" panose="020B0604020202020204" pitchFamily="34" charset="0"/>
              <a:buChar char="•"/>
              <a:defRPr/>
            </a:pPr>
            <a:r>
              <a:rPr lang="en-US" sz="1050" dirty="0">
                <a:solidFill>
                  <a:srgbClr val="000000"/>
                </a:solidFill>
                <a:latin typeface="Calibri Light" panose="020F0302020204030204"/>
                <a:ea typeface="STKaiti"/>
                <a:cs typeface="Arial" panose="020B0604020202020204" pitchFamily="34" charset="0"/>
              </a:rPr>
              <a:t>Business leadership for performance insights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 Light" panose="020F0302020204030204"/>
              <a:ea typeface="STKaiti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FB4D0A"/>
              </a:buClr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 panose="020F0302020204030204"/>
                <a:ea typeface="STKaiti"/>
                <a:cs typeface="Arial" panose="020B0604020202020204" pitchFamily="34" charset="0"/>
              </a:rPr>
              <a:t>Technology Stack:</a:t>
            </a:r>
          </a:p>
          <a:p>
            <a:pPr marL="171450" lvl="0" indent="-171450" fontAlgn="base">
              <a:spcAft>
                <a:spcPct val="0"/>
              </a:spcAft>
              <a:buClr>
                <a:srgbClr val="FB4D0A"/>
              </a:buClr>
              <a:buFont typeface="Arial" panose="020B0604020202020204" pitchFamily="34" charset="0"/>
              <a:buChar char="•"/>
              <a:defRPr/>
            </a:pPr>
            <a:r>
              <a:rPr lang="en-US" sz="1050" dirty="0">
                <a:solidFill>
                  <a:srgbClr val="000000"/>
                </a:solidFill>
                <a:latin typeface="Calibri Light" panose="020F0302020204030204"/>
                <a:ea typeface="STKaiti"/>
                <a:cs typeface="Arial" panose="020B0604020202020204" pitchFamily="34" charset="0"/>
              </a:rPr>
              <a:t>React + TypeScript</a:t>
            </a:r>
          </a:p>
          <a:p>
            <a:pPr marL="171450" lvl="0" indent="-171450" fontAlgn="base">
              <a:spcAft>
                <a:spcPct val="0"/>
              </a:spcAft>
              <a:buClr>
                <a:srgbClr val="FB4D0A"/>
              </a:buClr>
              <a:buFont typeface="Arial" panose="020B0604020202020204" pitchFamily="34" charset="0"/>
              <a:buChar char="•"/>
              <a:defRPr/>
            </a:pPr>
            <a:r>
              <a:rPr lang="en-US" sz="1050" dirty="0">
                <a:solidFill>
                  <a:srgbClr val="000000"/>
                </a:solidFill>
                <a:latin typeface="Calibri Light" panose="020F0302020204030204"/>
                <a:ea typeface="STKaiti"/>
                <a:cs typeface="Arial" panose="020B0604020202020204" pitchFamily="34" charset="0"/>
              </a:rPr>
              <a:t>Responsive Web &amp; Mobile Design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 Light" panose="020F0302020204030204"/>
              <a:ea typeface="STKaiti"/>
              <a:cs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2986B3-B09C-FED9-ABF9-49F93C989EA2}"/>
              </a:ext>
            </a:extLst>
          </p:cNvPr>
          <p:cNvSpPr/>
          <p:nvPr/>
        </p:nvSpPr>
        <p:spPr>
          <a:xfrm>
            <a:off x="8891737" y="1403985"/>
            <a:ext cx="2758381" cy="5063326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CF0453C-1E1A-A05B-D3FE-21C26F25FB05}"/>
              </a:ext>
            </a:extLst>
          </p:cNvPr>
          <p:cNvCxnSpPr>
            <a:cxnSpLocks/>
          </p:cNvCxnSpPr>
          <p:nvPr/>
        </p:nvCxnSpPr>
        <p:spPr>
          <a:xfrm>
            <a:off x="482422" y="1791712"/>
            <a:ext cx="1292773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1395FF0C-E2BE-4AE2-D777-814C2A16A2F3}"/>
              </a:ext>
            </a:extLst>
          </p:cNvPr>
          <p:cNvGrpSpPr/>
          <p:nvPr/>
        </p:nvGrpSpPr>
        <p:grpSpPr>
          <a:xfrm>
            <a:off x="2980514" y="1414039"/>
            <a:ext cx="5899655" cy="5075164"/>
            <a:chOff x="3112028" y="2226908"/>
            <a:chExt cx="5024518" cy="464697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3D64D68-B1B8-C700-F871-7F3F3A78426C}"/>
                </a:ext>
              </a:extLst>
            </p:cNvPr>
            <p:cNvSpPr/>
            <p:nvPr/>
          </p:nvSpPr>
          <p:spPr>
            <a:xfrm>
              <a:off x="3112028" y="2231638"/>
              <a:ext cx="5024517" cy="4642249"/>
            </a:xfrm>
            <a:prstGeom prst="rect">
              <a:avLst/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numCol="2" rtlCol="0" anchor="t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ts val="200"/>
                </a:spcBef>
                <a:spcAft>
                  <a:spcPct val="0"/>
                </a:spcAft>
                <a:buClr>
                  <a:srgbClr val="FB4D0A"/>
                </a:buClr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 panose="020F0302020204030204"/>
                <a:ea typeface="STKaiti"/>
                <a:cs typeface="Arial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662B832-85E7-2EEE-1EA3-19FE2CFBEE15}"/>
                </a:ext>
              </a:extLst>
            </p:cNvPr>
            <p:cNvSpPr/>
            <p:nvPr/>
          </p:nvSpPr>
          <p:spPr>
            <a:xfrm>
              <a:off x="3112029" y="2226908"/>
              <a:ext cx="5024517" cy="40645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6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</a:rPr>
                <a:t>Solution summary</a:t>
              </a:r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5F2C0532-411F-8AC0-072C-E656C46F2CBB}"/>
              </a:ext>
            </a:extLst>
          </p:cNvPr>
          <p:cNvSpPr/>
          <p:nvPr/>
        </p:nvSpPr>
        <p:spPr>
          <a:xfrm>
            <a:off x="8910176" y="1414039"/>
            <a:ext cx="2758380" cy="406459"/>
          </a:xfrm>
          <a:prstGeom prst="rect">
            <a:avLst/>
          </a:prstGeom>
          <a:solidFill>
            <a:schemeClr val="accent6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Outcomes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6F43CD-F024-267F-2FFF-27338C3872C5}"/>
              </a:ext>
            </a:extLst>
          </p:cNvPr>
          <p:cNvSpPr/>
          <p:nvPr/>
        </p:nvSpPr>
        <p:spPr>
          <a:xfrm>
            <a:off x="3001707" y="5112255"/>
            <a:ext cx="5887680" cy="4064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Opportunity Results</a:t>
            </a:r>
          </a:p>
        </p:txBody>
      </p:sp>
      <p:sp>
        <p:nvSpPr>
          <p:cNvPr id="12" name="Google Shape;739;p66">
            <a:extLst>
              <a:ext uri="{FF2B5EF4-FFF2-40B4-BE49-F238E27FC236}">
                <a16:creationId xmlns:a16="http://schemas.microsoft.com/office/drawing/2014/main" id="{66DF83FA-1F2D-44F5-58A0-2046A981FAFB}"/>
              </a:ext>
            </a:extLst>
          </p:cNvPr>
          <p:cNvSpPr/>
          <p:nvPr/>
        </p:nvSpPr>
        <p:spPr>
          <a:xfrm>
            <a:off x="3016988" y="5721100"/>
            <a:ext cx="323609" cy="323609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chemeClr val="accent3"/>
          </a:solidFill>
          <a:ln w="254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B4D0A"/>
              </a:buClr>
              <a:buSzPts val="1400"/>
              <a:buFontTx/>
              <a:buNone/>
              <a:tabLst/>
              <a:defRPr/>
            </a:pP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 Light" panose="020F0302020204030204"/>
              <a:ea typeface="Arial"/>
              <a:cs typeface="Arial"/>
              <a:sym typeface="Arial"/>
            </a:endParaRPr>
          </a:p>
        </p:txBody>
      </p:sp>
      <p:sp>
        <p:nvSpPr>
          <p:cNvPr id="14" name="Google Shape;736;p66">
            <a:extLst>
              <a:ext uri="{FF2B5EF4-FFF2-40B4-BE49-F238E27FC236}">
                <a16:creationId xmlns:a16="http://schemas.microsoft.com/office/drawing/2014/main" id="{DCEF2716-2891-5F94-3113-5D596B9DA475}"/>
              </a:ext>
            </a:extLst>
          </p:cNvPr>
          <p:cNvSpPr txBox="1"/>
          <p:nvPr/>
        </p:nvSpPr>
        <p:spPr>
          <a:xfrm>
            <a:off x="3271664" y="5590647"/>
            <a:ext cx="1942342" cy="49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>
            <a:defPPr>
              <a:defRPr lang="en-US"/>
            </a:defPPr>
            <a:lvl1pPr marR="0" lvl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1100"/>
              <a:buFontTx/>
              <a:buNone/>
              <a:tabLst/>
              <a:defRPr sz="1300">
                <a:solidFill>
                  <a:schemeClr val="accent2"/>
                </a:solidFill>
                <a:latin typeface="Calibri Light" panose="020F0302020204030204"/>
              </a:defRPr>
            </a:lvl1pPr>
            <a:lvl2pPr defTabSz="914400"/>
            <a:lvl3pPr defTabSz="914400"/>
            <a:lvl4pPr defTabSz="914400"/>
            <a:lvl5pPr defTabSz="914400"/>
            <a:lvl6pPr defTabSz="914400"/>
            <a:lvl7pPr defTabSz="914400"/>
            <a:lvl8pPr defTabSz="914400"/>
            <a:lvl9pPr defTabSz="914400"/>
          </a:lstStyle>
          <a:p>
            <a:pPr lvl="0">
              <a:defRPr/>
            </a:pPr>
            <a:r>
              <a:rPr lang="en-US" dirty="0">
                <a:solidFill>
                  <a:srgbClr val="414141"/>
                </a:solidFill>
              </a:rPr>
              <a:t>Better decision-making through real-time insights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srgbClr val="414141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15" name="Text Placeholder 20">
            <a:extLst>
              <a:ext uri="{FF2B5EF4-FFF2-40B4-BE49-F238E27FC236}">
                <a16:creationId xmlns:a16="http://schemas.microsoft.com/office/drawing/2014/main" id="{AC01C2D4-57B1-64BD-E3D3-EAAF311F4AA6}"/>
              </a:ext>
            </a:extLst>
          </p:cNvPr>
          <p:cNvSpPr txBox="1">
            <a:spLocks/>
          </p:cNvSpPr>
          <p:nvPr/>
        </p:nvSpPr>
        <p:spPr>
          <a:xfrm>
            <a:off x="408760" y="885253"/>
            <a:ext cx="11249320" cy="245636"/>
          </a:xfrm>
          <a:prstGeom prst="rect">
            <a:avLst/>
          </a:prstGeom>
        </p:spPr>
        <p:txBody>
          <a:bodyPr lIns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515938" indent="-2254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stem Font Regular"/>
              <a:buChar char="–"/>
              <a:tabLst/>
              <a:defRPr sz="240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2pPr>
            <a:lvl3pPr marL="808038" indent="-2254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stem Font Regular"/>
              <a:buChar char="–"/>
              <a:tabLst/>
              <a:defRPr sz="200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3pPr>
            <a:lvl4pPr marL="1090613" indent="-2349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stem Font Regular"/>
              <a:buChar char="–"/>
              <a:tabLst/>
              <a:defRPr sz="180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4pPr>
            <a:lvl5pPr marL="1373188" indent="-2730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stem Font Regular"/>
              <a:buChar char="–"/>
              <a:tabLst/>
              <a:defRPr sz="180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Clr>
                <a:srgbClr val="000000"/>
              </a:buClr>
              <a:buNone/>
              <a:defRPr/>
            </a:pPr>
            <a:r>
              <a:rPr lang="en-US" sz="1400" dirty="0">
                <a:solidFill>
                  <a:srgbClr val="808080"/>
                </a:solidFill>
                <a:latin typeface="Calibri" panose="020F0502020204030204"/>
              </a:rPr>
              <a:t>A reusable sales enablement platform to streamline Medicare lead management, plan selection, and enrollment in a scalable and efficient manner.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80808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E5C3D11-8039-EDE2-BAB5-650C931CADAD}"/>
              </a:ext>
            </a:extLst>
          </p:cNvPr>
          <p:cNvSpPr/>
          <p:nvPr/>
        </p:nvSpPr>
        <p:spPr>
          <a:xfrm>
            <a:off x="11207750" y="1371600"/>
            <a:ext cx="486833" cy="48683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46C7A9BE-25E9-9669-633C-C4A4426E06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86862" y="1429279"/>
            <a:ext cx="328607" cy="328607"/>
          </a:xfrm>
          <a:prstGeom prst="rect">
            <a:avLst/>
          </a:prstGeom>
        </p:spPr>
      </p:pic>
      <p:sp>
        <p:nvSpPr>
          <p:cNvPr id="18" name="Oval 17">
            <a:extLst>
              <a:ext uri="{FF2B5EF4-FFF2-40B4-BE49-F238E27FC236}">
                <a16:creationId xmlns:a16="http://schemas.microsoft.com/office/drawing/2014/main" id="{133E85F6-E802-B048-F363-48675BDAB32C}"/>
              </a:ext>
            </a:extLst>
          </p:cNvPr>
          <p:cNvSpPr/>
          <p:nvPr/>
        </p:nvSpPr>
        <p:spPr>
          <a:xfrm>
            <a:off x="8290887" y="1371600"/>
            <a:ext cx="486833" cy="48683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590EE98E-BB57-19CC-A486-28186286528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20895" y="1400058"/>
            <a:ext cx="426814" cy="426814"/>
          </a:xfrm>
          <a:prstGeom prst="rect">
            <a:avLst/>
          </a:prstGeom>
        </p:spPr>
      </p:pic>
      <p:sp>
        <p:nvSpPr>
          <p:cNvPr id="20" name="Oval 19">
            <a:extLst>
              <a:ext uri="{FF2B5EF4-FFF2-40B4-BE49-F238E27FC236}">
                <a16:creationId xmlns:a16="http://schemas.microsoft.com/office/drawing/2014/main" id="{E7A441A3-C694-6DD9-5286-C009C2DD1AE6}"/>
              </a:ext>
            </a:extLst>
          </p:cNvPr>
          <p:cNvSpPr/>
          <p:nvPr/>
        </p:nvSpPr>
        <p:spPr>
          <a:xfrm>
            <a:off x="8283508" y="5061883"/>
            <a:ext cx="486833" cy="44391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3741682-9CA3-5C07-0EBF-1AAD8A56AE6E}"/>
              </a:ext>
            </a:extLst>
          </p:cNvPr>
          <p:cNvGrpSpPr/>
          <p:nvPr/>
        </p:nvGrpSpPr>
        <p:grpSpPr>
          <a:xfrm>
            <a:off x="8358333" y="5118105"/>
            <a:ext cx="337183" cy="339842"/>
            <a:chOff x="598488" y="1444632"/>
            <a:chExt cx="687388" cy="815981"/>
          </a:xfrm>
          <a:solidFill>
            <a:schemeClr val="accent4"/>
          </a:solidFill>
        </p:grpSpPr>
        <p:sp>
          <p:nvSpPr>
            <p:cNvPr id="22" name="Freeform 5">
              <a:extLst>
                <a:ext uri="{FF2B5EF4-FFF2-40B4-BE49-F238E27FC236}">
                  <a16:creationId xmlns:a16="http://schemas.microsoft.com/office/drawing/2014/main" id="{8D031232-95B6-5232-3FB5-AC09415CB74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9763" y="1989148"/>
              <a:ext cx="614363" cy="271465"/>
            </a:xfrm>
            <a:custGeom>
              <a:avLst/>
              <a:gdLst>
                <a:gd name="T0" fmla="*/ 0 w 1176"/>
                <a:gd name="T1" fmla="*/ 42 h 520"/>
                <a:gd name="T2" fmla="*/ 215 w 1176"/>
                <a:gd name="T3" fmla="*/ 463 h 520"/>
                <a:gd name="T4" fmla="*/ 699 w 1176"/>
                <a:gd name="T5" fmla="*/ 520 h 520"/>
                <a:gd name="T6" fmla="*/ 1164 w 1176"/>
                <a:gd name="T7" fmla="*/ 193 h 520"/>
                <a:gd name="T8" fmla="*/ 1015 w 1176"/>
                <a:gd name="T9" fmla="*/ 134 h 520"/>
                <a:gd name="T10" fmla="*/ 972 w 1176"/>
                <a:gd name="T11" fmla="*/ 151 h 520"/>
                <a:gd name="T12" fmla="*/ 1006 w 1176"/>
                <a:gd name="T13" fmla="*/ 108 h 520"/>
                <a:gd name="T14" fmla="*/ 975 w 1176"/>
                <a:gd name="T15" fmla="*/ 75 h 520"/>
                <a:gd name="T16" fmla="*/ 809 w 1176"/>
                <a:gd name="T17" fmla="*/ 110 h 520"/>
                <a:gd name="T18" fmla="*/ 849 w 1176"/>
                <a:gd name="T19" fmla="*/ 62 h 520"/>
                <a:gd name="T20" fmla="*/ 820 w 1176"/>
                <a:gd name="T21" fmla="*/ 31 h 520"/>
                <a:gd name="T22" fmla="*/ 734 w 1176"/>
                <a:gd name="T23" fmla="*/ 31 h 520"/>
                <a:gd name="T24" fmla="*/ 601 w 1176"/>
                <a:gd name="T25" fmla="*/ 105 h 520"/>
                <a:gd name="T26" fmla="*/ 473 w 1176"/>
                <a:gd name="T27" fmla="*/ 18 h 520"/>
                <a:gd name="T28" fmla="*/ 215 w 1176"/>
                <a:gd name="T29" fmla="*/ 72 h 520"/>
                <a:gd name="T30" fmla="*/ 757 w 1176"/>
                <a:gd name="T31" fmla="*/ 123 h 520"/>
                <a:gd name="T32" fmla="*/ 713 w 1176"/>
                <a:gd name="T33" fmla="*/ 155 h 520"/>
                <a:gd name="T34" fmla="*/ 639 w 1176"/>
                <a:gd name="T35" fmla="*/ 131 h 520"/>
                <a:gd name="T36" fmla="*/ 792 w 1176"/>
                <a:gd name="T37" fmla="*/ 67 h 520"/>
                <a:gd name="T38" fmla="*/ 757 w 1176"/>
                <a:gd name="T39" fmla="*/ 123 h 520"/>
                <a:gd name="T40" fmla="*/ 911 w 1176"/>
                <a:gd name="T41" fmla="*/ 175 h 520"/>
                <a:gd name="T42" fmla="*/ 754 w 1176"/>
                <a:gd name="T43" fmla="*/ 210 h 520"/>
                <a:gd name="T44" fmla="*/ 734 w 1176"/>
                <a:gd name="T45" fmla="*/ 195 h 520"/>
                <a:gd name="T46" fmla="*/ 950 w 1176"/>
                <a:gd name="T47" fmla="*/ 112 h 520"/>
                <a:gd name="T48" fmla="*/ 908 w 1176"/>
                <a:gd name="T49" fmla="*/ 173 h 520"/>
                <a:gd name="T50" fmla="*/ 215 w 1176"/>
                <a:gd name="T51" fmla="*/ 119 h 520"/>
                <a:gd name="T52" fmla="*/ 455 w 1176"/>
                <a:gd name="T53" fmla="*/ 58 h 520"/>
                <a:gd name="T54" fmla="*/ 720 w 1176"/>
                <a:gd name="T55" fmla="*/ 261 h 520"/>
                <a:gd name="T56" fmla="*/ 698 w 1176"/>
                <a:gd name="T57" fmla="*/ 282 h 520"/>
                <a:gd name="T58" fmla="*/ 483 w 1176"/>
                <a:gd name="T59" fmla="*/ 219 h 520"/>
                <a:gd name="T60" fmla="*/ 467 w 1176"/>
                <a:gd name="T61" fmla="*/ 260 h 520"/>
                <a:gd name="T62" fmla="*/ 676 w 1176"/>
                <a:gd name="T63" fmla="*/ 331 h 520"/>
                <a:gd name="T64" fmla="*/ 715 w 1176"/>
                <a:gd name="T65" fmla="*/ 323 h 520"/>
                <a:gd name="T66" fmla="*/ 753 w 1176"/>
                <a:gd name="T67" fmla="*/ 290 h 520"/>
                <a:gd name="T68" fmla="*/ 761 w 1176"/>
                <a:gd name="T69" fmla="*/ 281 h 520"/>
                <a:gd name="T70" fmla="*/ 1112 w 1176"/>
                <a:gd name="T71" fmla="*/ 200 h 520"/>
                <a:gd name="T72" fmla="*/ 215 w 1176"/>
                <a:gd name="T73" fmla="*/ 376 h 520"/>
                <a:gd name="T74" fmla="*/ 44 w 1176"/>
                <a:gd name="T75" fmla="*/ 419 h 520"/>
                <a:gd name="T76" fmla="*/ 171 w 1176"/>
                <a:gd name="T77" fmla="*/ 86 h 5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176" h="520">
                  <a:moveTo>
                    <a:pt x="215" y="42"/>
                  </a:moveTo>
                  <a:cubicBezTo>
                    <a:pt x="0" y="42"/>
                    <a:pt x="0" y="42"/>
                    <a:pt x="0" y="42"/>
                  </a:cubicBezTo>
                  <a:cubicBezTo>
                    <a:pt x="0" y="463"/>
                    <a:pt x="0" y="463"/>
                    <a:pt x="0" y="463"/>
                  </a:cubicBezTo>
                  <a:cubicBezTo>
                    <a:pt x="215" y="463"/>
                    <a:pt x="215" y="463"/>
                    <a:pt x="215" y="463"/>
                  </a:cubicBezTo>
                  <a:cubicBezTo>
                    <a:pt x="215" y="421"/>
                    <a:pt x="215" y="421"/>
                    <a:pt x="215" y="421"/>
                  </a:cubicBezTo>
                  <a:cubicBezTo>
                    <a:pt x="699" y="520"/>
                    <a:pt x="699" y="520"/>
                    <a:pt x="699" y="520"/>
                  </a:cubicBezTo>
                  <a:cubicBezTo>
                    <a:pt x="1176" y="211"/>
                    <a:pt x="1176" y="211"/>
                    <a:pt x="1176" y="211"/>
                  </a:cubicBezTo>
                  <a:cubicBezTo>
                    <a:pt x="1164" y="193"/>
                    <a:pt x="1164" y="193"/>
                    <a:pt x="1164" y="193"/>
                  </a:cubicBezTo>
                  <a:cubicBezTo>
                    <a:pt x="1147" y="165"/>
                    <a:pt x="1093" y="116"/>
                    <a:pt x="1017" y="134"/>
                  </a:cubicBezTo>
                  <a:cubicBezTo>
                    <a:pt x="1015" y="134"/>
                    <a:pt x="1015" y="134"/>
                    <a:pt x="1015" y="134"/>
                  </a:cubicBezTo>
                  <a:cubicBezTo>
                    <a:pt x="1014" y="135"/>
                    <a:pt x="1014" y="135"/>
                    <a:pt x="1014" y="135"/>
                  </a:cubicBezTo>
                  <a:cubicBezTo>
                    <a:pt x="972" y="151"/>
                    <a:pt x="972" y="151"/>
                    <a:pt x="972" y="151"/>
                  </a:cubicBezTo>
                  <a:cubicBezTo>
                    <a:pt x="994" y="134"/>
                    <a:pt x="994" y="134"/>
                    <a:pt x="994" y="134"/>
                  </a:cubicBezTo>
                  <a:cubicBezTo>
                    <a:pt x="1002" y="127"/>
                    <a:pt x="1007" y="118"/>
                    <a:pt x="1006" y="108"/>
                  </a:cubicBezTo>
                  <a:cubicBezTo>
                    <a:pt x="1005" y="98"/>
                    <a:pt x="999" y="89"/>
                    <a:pt x="991" y="84"/>
                  </a:cubicBezTo>
                  <a:cubicBezTo>
                    <a:pt x="975" y="75"/>
                    <a:pt x="975" y="75"/>
                    <a:pt x="975" y="75"/>
                  </a:cubicBezTo>
                  <a:cubicBezTo>
                    <a:pt x="930" y="53"/>
                    <a:pt x="885" y="74"/>
                    <a:pt x="883" y="75"/>
                  </a:cubicBezTo>
                  <a:cubicBezTo>
                    <a:pt x="809" y="110"/>
                    <a:pt x="809" y="110"/>
                    <a:pt x="809" y="110"/>
                  </a:cubicBezTo>
                  <a:cubicBezTo>
                    <a:pt x="838" y="88"/>
                    <a:pt x="838" y="88"/>
                    <a:pt x="838" y="88"/>
                  </a:cubicBezTo>
                  <a:cubicBezTo>
                    <a:pt x="845" y="82"/>
                    <a:pt x="850" y="72"/>
                    <a:pt x="849" y="62"/>
                  </a:cubicBezTo>
                  <a:cubicBezTo>
                    <a:pt x="848" y="53"/>
                    <a:pt x="843" y="44"/>
                    <a:pt x="834" y="39"/>
                  </a:cubicBezTo>
                  <a:cubicBezTo>
                    <a:pt x="820" y="31"/>
                    <a:pt x="820" y="31"/>
                    <a:pt x="820" y="31"/>
                  </a:cubicBezTo>
                  <a:cubicBezTo>
                    <a:pt x="778" y="11"/>
                    <a:pt x="736" y="30"/>
                    <a:pt x="735" y="31"/>
                  </a:cubicBezTo>
                  <a:cubicBezTo>
                    <a:pt x="734" y="31"/>
                    <a:pt x="734" y="31"/>
                    <a:pt x="734" y="31"/>
                  </a:cubicBezTo>
                  <a:cubicBezTo>
                    <a:pt x="610" y="96"/>
                    <a:pt x="610" y="96"/>
                    <a:pt x="610" y="96"/>
                  </a:cubicBezTo>
                  <a:cubicBezTo>
                    <a:pt x="606" y="98"/>
                    <a:pt x="603" y="101"/>
                    <a:pt x="601" y="105"/>
                  </a:cubicBezTo>
                  <a:cubicBezTo>
                    <a:pt x="475" y="19"/>
                    <a:pt x="475" y="19"/>
                    <a:pt x="475" y="19"/>
                  </a:cubicBezTo>
                  <a:cubicBezTo>
                    <a:pt x="473" y="18"/>
                    <a:pt x="473" y="18"/>
                    <a:pt x="473" y="18"/>
                  </a:cubicBezTo>
                  <a:cubicBezTo>
                    <a:pt x="428" y="0"/>
                    <a:pt x="386" y="15"/>
                    <a:pt x="379" y="18"/>
                  </a:cubicBezTo>
                  <a:cubicBezTo>
                    <a:pt x="215" y="72"/>
                    <a:pt x="215" y="72"/>
                    <a:pt x="215" y="72"/>
                  </a:cubicBezTo>
                  <a:lnTo>
                    <a:pt x="215" y="42"/>
                  </a:lnTo>
                  <a:close/>
                  <a:moveTo>
                    <a:pt x="757" y="123"/>
                  </a:moveTo>
                  <a:cubicBezTo>
                    <a:pt x="759" y="126"/>
                    <a:pt x="763" y="129"/>
                    <a:pt x="767" y="130"/>
                  </a:cubicBezTo>
                  <a:cubicBezTo>
                    <a:pt x="713" y="155"/>
                    <a:pt x="713" y="155"/>
                    <a:pt x="713" y="155"/>
                  </a:cubicBezTo>
                  <a:cubicBezTo>
                    <a:pt x="706" y="159"/>
                    <a:pt x="702" y="165"/>
                    <a:pt x="701" y="172"/>
                  </a:cubicBezTo>
                  <a:cubicBezTo>
                    <a:pt x="639" y="131"/>
                    <a:pt x="639" y="131"/>
                    <a:pt x="639" y="131"/>
                  </a:cubicBezTo>
                  <a:cubicBezTo>
                    <a:pt x="754" y="71"/>
                    <a:pt x="754" y="71"/>
                    <a:pt x="754" y="71"/>
                  </a:cubicBezTo>
                  <a:cubicBezTo>
                    <a:pt x="756" y="70"/>
                    <a:pt x="773" y="63"/>
                    <a:pt x="792" y="67"/>
                  </a:cubicBezTo>
                  <a:cubicBezTo>
                    <a:pt x="760" y="92"/>
                    <a:pt x="760" y="92"/>
                    <a:pt x="760" y="92"/>
                  </a:cubicBezTo>
                  <a:cubicBezTo>
                    <a:pt x="751" y="99"/>
                    <a:pt x="749" y="113"/>
                    <a:pt x="757" y="123"/>
                  </a:cubicBezTo>
                  <a:close/>
                  <a:moveTo>
                    <a:pt x="908" y="173"/>
                  </a:moveTo>
                  <a:cubicBezTo>
                    <a:pt x="909" y="174"/>
                    <a:pt x="910" y="174"/>
                    <a:pt x="911" y="175"/>
                  </a:cubicBezTo>
                  <a:cubicBezTo>
                    <a:pt x="765" y="232"/>
                    <a:pt x="765" y="232"/>
                    <a:pt x="765" y="232"/>
                  </a:cubicBezTo>
                  <a:cubicBezTo>
                    <a:pt x="762" y="223"/>
                    <a:pt x="758" y="215"/>
                    <a:pt x="754" y="210"/>
                  </a:cubicBezTo>
                  <a:cubicBezTo>
                    <a:pt x="752" y="207"/>
                    <a:pt x="752" y="207"/>
                    <a:pt x="752" y="207"/>
                  </a:cubicBezTo>
                  <a:cubicBezTo>
                    <a:pt x="734" y="195"/>
                    <a:pt x="734" y="195"/>
                    <a:pt x="734" y="195"/>
                  </a:cubicBezTo>
                  <a:cubicBezTo>
                    <a:pt x="903" y="115"/>
                    <a:pt x="903" y="115"/>
                    <a:pt x="903" y="115"/>
                  </a:cubicBezTo>
                  <a:cubicBezTo>
                    <a:pt x="903" y="115"/>
                    <a:pt x="926" y="104"/>
                    <a:pt x="950" y="112"/>
                  </a:cubicBezTo>
                  <a:cubicBezTo>
                    <a:pt x="912" y="142"/>
                    <a:pt x="912" y="142"/>
                    <a:pt x="912" y="142"/>
                  </a:cubicBezTo>
                  <a:cubicBezTo>
                    <a:pt x="903" y="149"/>
                    <a:pt x="901" y="163"/>
                    <a:pt x="908" y="173"/>
                  </a:cubicBezTo>
                  <a:close/>
                  <a:moveTo>
                    <a:pt x="215" y="376"/>
                  </a:moveTo>
                  <a:cubicBezTo>
                    <a:pt x="215" y="119"/>
                    <a:pt x="215" y="119"/>
                    <a:pt x="215" y="119"/>
                  </a:cubicBezTo>
                  <a:cubicBezTo>
                    <a:pt x="395" y="59"/>
                    <a:pt x="395" y="59"/>
                    <a:pt x="395" y="59"/>
                  </a:cubicBezTo>
                  <a:cubicBezTo>
                    <a:pt x="395" y="59"/>
                    <a:pt x="424" y="47"/>
                    <a:pt x="455" y="58"/>
                  </a:cubicBezTo>
                  <a:cubicBezTo>
                    <a:pt x="720" y="239"/>
                    <a:pt x="720" y="239"/>
                    <a:pt x="720" y="239"/>
                  </a:cubicBezTo>
                  <a:cubicBezTo>
                    <a:pt x="723" y="244"/>
                    <a:pt x="727" y="253"/>
                    <a:pt x="720" y="261"/>
                  </a:cubicBezTo>
                  <a:cubicBezTo>
                    <a:pt x="712" y="270"/>
                    <a:pt x="702" y="280"/>
                    <a:pt x="698" y="282"/>
                  </a:cubicBezTo>
                  <a:cubicBezTo>
                    <a:pt x="698" y="282"/>
                    <a:pt x="698" y="282"/>
                    <a:pt x="698" y="282"/>
                  </a:cubicBezTo>
                  <a:cubicBezTo>
                    <a:pt x="690" y="285"/>
                    <a:pt x="676" y="291"/>
                    <a:pt x="644" y="281"/>
                  </a:cubicBezTo>
                  <a:cubicBezTo>
                    <a:pt x="483" y="219"/>
                    <a:pt x="483" y="219"/>
                    <a:pt x="483" y="219"/>
                  </a:cubicBezTo>
                  <a:cubicBezTo>
                    <a:pt x="472" y="214"/>
                    <a:pt x="459" y="220"/>
                    <a:pt x="454" y="231"/>
                  </a:cubicBezTo>
                  <a:cubicBezTo>
                    <a:pt x="450" y="242"/>
                    <a:pt x="455" y="255"/>
                    <a:pt x="467" y="260"/>
                  </a:cubicBezTo>
                  <a:cubicBezTo>
                    <a:pt x="630" y="323"/>
                    <a:pt x="630" y="323"/>
                    <a:pt x="630" y="323"/>
                  </a:cubicBezTo>
                  <a:cubicBezTo>
                    <a:pt x="649" y="329"/>
                    <a:pt x="664" y="331"/>
                    <a:pt x="676" y="331"/>
                  </a:cubicBezTo>
                  <a:cubicBezTo>
                    <a:pt x="695" y="331"/>
                    <a:pt x="708" y="326"/>
                    <a:pt x="714" y="323"/>
                  </a:cubicBezTo>
                  <a:cubicBezTo>
                    <a:pt x="715" y="323"/>
                    <a:pt x="715" y="323"/>
                    <a:pt x="715" y="323"/>
                  </a:cubicBezTo>
                  <a:cubicBezTo>
                    <a:pt x="726" y="318"/>
                    <a:pt x="742" y="303"/>
                    <a:pt x="753" y="291"/>
                  </a:cubicBezTo>
                  <a:cubicBezTo>
                    <a:pt x="753" y="290"/>
                    <a:pt x="753" y="290"/>
                    <a:pt x="753" y="290"/>
                  </a:cubicBezTo>
                  <a:cubicBezTo>
                    <a:pt x="756" y="288"/>
                    <a:pt x="758" y="285"/>
                    <a:pt x="759" y="282"/>
                  </a:cubicBezTo>
                  <a:cubicBezTo>
                    <a:pt x="760" y="282"/>
                    <a:pt x="760" y="282"/>
                    <a:pt x="761" y="281"/>
                  </a:cubicBezTo>
                  <a:cubicBezTo>
                    <a:pt x="1028" y="177"/>
                    <a:pt x="1028" y="177"/>
                    <a:pt x="1028" y="177"/>
                  </a:cubicBezTo>
                  <a:cubicBezTo>
                    <a:pt x="1068" y="168"/>
                    <a:pt x="1097" y="185"/>
                    <a:pt x="1112" y="200"/>
                  </a:cubicBezTo>
                  <a:cubicBezTo>
                    <a:pt x="690" y="473"/>
                    <a:pt x="690" y="473"/>
                    <a:pt x="690" y="473"/>
                  </a:cubicBezTo>
                  <a:lnTo>
                    <a:pt x="215" y="376"/>
                  </a:lnTo>
                  <a:close/>
                  <a:moveTo>
                    <a:pt x="171" y="419"/>
                  </a:moveTo>
                  <a:cubicBezTo>
                    <a:pt x="44" y="419"/>
                    <a:pt x="44" y="419"/>
                    <a:pt x="44" y="419"/>
                  </a:cubicBezTo>
                  <a:cubicBezTo>
                    <a:pt x="44" y="86"/>
                    <a:pt x="44" y="86"/>
                    <a:pt x="44" y="86"/>
                  </a:cubicBezTo>
                  <a:cubicBezTo>
                    <a:pt x="171" y="86"/>
                    <a:pt x="171" y="86"/>
                    <a:pt x="171" y="86"/>
                  </a:cubicBezTo>
                  <a:lnTo>
                    <a:pt x="171" y="41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B4D0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Freeform 6">
              <a:extLst>
                <a:ext uri="{FF2B5EF4-FFF2-40B4-BE49-F238E27FC236}">
                  <a16:creationId xmlns:a16="http://schemas.microsoft.com/office/drawing/2014/main" id="{6B424D58-9FA8-A142-4B7E-E22D9A0C18B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8988" y="1627198"/>
              <a:ext cx="349250" cy="339727"/>
            </a:xfrm>
            <a:custGeom>
              <a:avLst/>
              <a:gdLst>
                <a:gd name="T0" fmla="*/ 667 w 670"/>
                <a:gd name="T1" fmla="*/ 181 h 651"/>
                <a:gd name="T2" fmla="*/ 560 w 670"/>
                <a:gd name="T3" fmla="*/ 11 h 651"/>
                <a:gd name="T4" fmla="*/ 556 w 670"/>
                <a:gd name="T5" fmla="*/ 6 h 651"/>
                <a:gd name="T6" fmla="*/ 552 w 670"/>
                <a:gd name="T7" fmla="*/ 3 h 651"/>
                <a:gd name="T8" fmla="*/ 533 w 670"/>
                <a:gd name="T9" fmla="*/ 3 h 651"/>
                <a:gd name="T10" fmla="*/ 336 w 670"/>
                <a:gd name="T11" fmla="*/ 3 h 651"/>
                <a:gd name="T12" fmla="*/ 327 w 670"/>
                <a:gd name="T13" fmla="*/ 0 h 651"/>
                <a:gd name="T14" fmla="*/ 317 w 670"/>
                <a:gd name="T15" fmla="*/ 3 h 651"/>
                <a:gd name="T16" fmla="*/ 126 w 670"/>
                <a:gd name="T17" fmla="*/ 3 h 651"/>
                <a:gd name="T18" fmla="*/ 112 w 670"/>
                <a:gd name="T19" fmla="*/ 11 h 651"/>
                <a:gd name="T20" fmla="*/ 2 w 670"/>
                <a:gd name="T21" fmla="*/ 182 h 651"/>
                <a:gd name="T22" fmla="*/ 3 w 670"/>
                <a:gd name="T23" fmla="*/ 199 h 651"/>
                <a:gd name="T24" fmla="*/ 8 w 670"/>
                <a:gd name="T25" fmla="*/ 204 h 651"/>
                <a:gd name="T26" fmla="*/ 317 w 670"/>
                <a:gd name="T27" fmla="*/ 643 h 651"/>
                <a:gd name="T28" fmla="*/ 331 w 670"/>
                <a:gd name="T29" fmla="*/ 651 h 651"/>
                <a:gd name="T30" fmla="*/ 331 w 670"/>
                <a:gd name="T31" fmla="*/ 651 h 651"/>
                <a:gd name="T32" fmla="*/ 345 w 670"/>
                <a:gd name="T33" fmla="*/ 644 h 651"/>
                <a:gd name="T34" fmla="*/ 667 w 670"/>
                <a:gd name="T35" fmla="*/ 201 h 651"/>
                <a:gd name="T36" fmla="*/ 670 w 670"/>
                <a:gd name="T37" fmla="*/ 191 h 651"/>
                <a:gd name="T38" fmla="*/ 667 w 670"/>
                <a:gd name="T39" fmla="*/ 181 h 651"/>
                <a:gd name="T40" fmla="*/ 393 w 670"/>
                <a:gd name="T41" fmla="*/ 173 h 651"/>
                <a:gd name="T42" fmla="*/ 249 w 670"/>
                <a:gd name="T43" fmla="*/ 173 h 651"/>
                <a:gd name="T44" fmla="*/ 326 w 670"/>
                <a:gd name="T45" fmla="*/ 57 h 651"/>
                <a:gd name="T46" fmla="*/ 393 w 670"/>
                <a:gd name="T47" fmla="*/ 173 h 651"/>
                <a:gd name="T48" fmla="*/ 360 w 670"/>
                <a:gd name="T49" fmla="*/ 37 h 651"/>
                <a:gd name="T50" fmla="*/ 508 w 670"/>
                <a:gd name="T51" fmla="*/ 37 h 651"/>
                <a:gd name="T52" fmla="*/ 432 w 670"/>
                <a:gd name="T53" fmla="*/ 162 h 651"/>
                <a:gd name="T54" fmla="*/ 360 w 670"/>
                <a:gd name="T55" fmla="*/ 37 h 651"/>
                <a:gd name="T56" fmla="*/ 209 w 670"/>
                <a:gd name="T57" fmla="*/ 162 h 651"/>
                <a:gd name="T58" fmla="*/ 137 w 670"/>
                <a:gd name="T59" fmla="*/ 37 h 651"/>
                <a:gd name="T60" fmla="*/ 292 w 670"/>
                <a:gd name="T61" fmla="*/ 37 h 651"/>
                <a:gd name="T62" fmla="*/ 209 w 670"/>
                <a:gd name="T63" fmla="*/ 162 h 651"/>
                <a:gd name="T64" fmla="*/ 320 w 670"/>
                <a:gd name="T65" fmla="*/ 523 h 651"/>
                <a:gd name="T66" fmla="*/ 228 w 670"/>
                <a:gd name="T67" fmla="*/ 208 h 651"/>
                <a:gd name="T68" fmla="*/ 413 w 670"/>
                <a:gd name="T69" fmla="*/ 208 h 651"/>
                <a:gd name="T70" fmla="*/ 320 w 670"/>
                <a:gd name="T71" fmla="*/ 523 h 651"/>
                <a:gd name="T72" fmla="*/ 342 w 670"/>
                <a:gd name="T73" fmla="*/ 589 h 651"/>
                <a:gd name="T74" fmla="*/ 454 w 670"/>
                <a:gd name="T75" fmla="*/ 208 h 651"/>
                <a:gd name="T76" fmla="*/ 619 w 670"/>
                <a:gd name="T77" fmla="*/ 208 h 651"/>
                <a:gd name="T78" fmla="*/ 342 w 670"/>
                <a:gd name="T79" fmla="*/ 589 h 651"/>
                <a:gd name="T80" fmla="*/ 53 w 670"/>
                <a:gd name="T81" fmla="*/ 208 h 651"/>
                <a:gd name="T82" fmla="*/ 187 w 670"/>
                <a:gd name="T83" fmla="*/ 208 h 651"/>
                <a:gd name="T84" fmla="*/ 283 w 670"/>
                <a:gd name="T85" fmla="*/ 535 h 651"/>
                <a:gd name="T86" fmla="*/ 53 w 670"/>
                <a:gd name="T87" fmla="*/ 208 h 651"/>
                <a:gd name="T88" fmla="*/ 48 w 670"/>
                <a:gd name="T89" fmla="*/ 173 h 651"/>
                <a:gd name="T90" fmla="*/ 112 w 670"/>
                <a:gd name="T91" fmla="*/ 73 h 651"/>
                <a:gd name="T92" fmla="*/ 170 w 670"/>
                <a:gd name="T93" fmla="*/ 173 h 651"/>
                <a:gd name="T94" fmla="*/ 48 w 670"/>
                <a:gd name="T95" fmla="*/ 173 h 651"/>
                <a:gd name="T96" fmla="*/ 622 w 670"/>
                <a:gd name="T97" fmla="*/ 173 h 651"/>
                <a:gd name="T98" fmla="*/ 471 w 670"/>
                <a:gd name="T99" fmla="*/ 173 h 651"/>
                <a:gd name="T100" fmla="*/ 545 w 670"/>
                <a:gd name="T101" fmla="*/ 52 h 651"/>
                <a:gd name="T102" fmla="*/ 622 w 670"/>
                <a:gd name="T103" fmla="*/ 173 h 6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70" h="651">
                  <a:moveTo>
                    <a:pt x="667" y="181"/>
                  </a:moveTo>
                  <a:cubicBezTo>
                    <a:pt x="560" y="11"/>
                    <a:pt x="560" y="11"/>
                    <a:pt x="560" y="11"/>
                  </a:cubicBezTo>
                  <a:cubicBezTo>
                    <a:pt x="559" y="9"/>
                    <a:pt x="557" y="7"/>
                    <a:pt x="556" y="6"/>
                  </a:cubicBezTo>
                  <a:cubicBezTo>
                    <a:pt x="555" y="5"/>
                    <a:pt x="553" y="4"/>
                    <a:pt x="552" y="3"/>
                  </a:cubicBezTo>
                  <a:cubicBezTo>
                    <a:pt x="546" y="0"/>
                    <a:pt x="539" y="0"/>
                    <a:pt x="533" y="3"/>
                  </a:cubicBezTo>
                  <a:cubicBezTo>
                    <a:pt x="336" y="3"/>
                    <a:pt x="336" y="3"/>
                    <a:pt x="336" y="3"/>
                  </a:cubicBezTo>
                  <a:cubicBezTo>
                    <a:pt x="334" y="1"/>
                    <a:pt x="331" y="1"/>
                    <a:pt x="327" y="0"/>
                  </a:cubicBezTo>
                  <a:cubicBezTo>
                    <a:pt x="324" y="0"/>
                    <a:pt x="320" y="1"/>
                    <a:pt x="317" y="3"/>
                  </a:cubicBezTo>
                  <a:cubicBezTo>
                    <a:pt x="126" y="3"/>
                    <a:pt x="126" y="3"/>
                    <a:pt x="126" y="3"/>
                  </a:cubicBezTo>
                  <a:cubicBezTo>
                    <a:pt x="120" y="3"/>
                    <a:pt x="115" y="6"/>
                    <a:pt x="112" y="11"/>
                  </a:cubicBezTo>
                  <a:cubicBezTo>
                    <a:pt x="108" y="17"/>
                    <a:pt x="17" y="155"/>
                    <a:pt x="2" y="182"/>
                  </a:cubicBezTo>
                  <a:cubicBezTo>
                    <a:pt x="0" y="187"/>
                    <a:pt x="0" y="194"/>
                    <a:pt x="3" y="199"/>
                  </a:cubicBezTo>
                  <a:cubicBezTo>
                    <a:pt x="4" y="201"/>
                    <a:pt x="6" y="203"/>
                    <a:pt x="8" y="204"/>
                  </a:cubicBezTo>
                  <a:cubicBezTo>
                    <a:pt x="317" y="643"/>
                    <a:pt x="317" y="643"/>
                    <a:pt x="317" y="643"/>
                  </a:cubicBezTo>
                  <a:cubicBezTo>
                    <a:pt x="320" y="648"/>
                    <a:pt x="325" y="651"/>
                    <a:pt x="331" y="651"/>
                  </a:cubicBezTo>
                  <a:cubicBezTo>
                    <a:pt x="331" y="651"/>
                    <a:pt x="331" y="651"/>
                    <a:pt x="331" y="651"/>
                  </a:cubicBezTo>
                  <a:cubicBezTo>
                    <a:pt x="336" y="651"/>
                    <a:pt x="342" y="648"/>
                    <a:pt x="345" y="644"/>
                  </a:cubicBezTo>
                  <a:cubicBezTo>
                    <a:pt x="667" y="201"/>
                    <a:pt x="667" y="201"/>
                    <a:pt x="667" y="201"/>
                  </a:cubicBezTo>
                  <a:cubicBezTo>
                    <a:pt x="669" y="198"/>
                    <a:pt x="670" y="195"/>
                    <a:pt x="670" y="191"/>
                  </a:cubicBezTo>
                  <a:cubicBezTo>
                    <a:pt x="670" y="188"/>
                    <a:pt x="669" y="184"/>
                    <a:pt x="667" y="181"/>
                  </a:cubicBezTo>
                  <a:close/>
                  <a:moveTo>
                    <a:pt x="393" y="173"/>
                  </a:moveTo>
                  <a:cubicBezTo>
                    <a:pt x="249" y="173"/>
                    <a:pt x="249" y="173"/>
                    <a:pt x="249" y="173"/>
                  </a:cubicBezTo>
                  <a:cubicBezTo>
                    <a:pt x="326" y="57"/>
                    <a:pt x="326" y="57"/>
                    <a:pt x="326" y="57"/>
                  </a:cubicBezTo>
                  <a:lnTo>
                    <a:pt x="393" y="173"/>
                  </a:lnTo>
                  <a:close/>
                  <a:moveTo>
                    <a:pt x="360" y="37"/>
                  </a:moveTo>
                  <a:cubicBezTo>
                    <a:pt x="508" y="37"/>
                    <a:pt x="508" y="37"/>
                    <a:pt x="508" y="37"/>
                  </a:cubicBezTo>
                  <a:cubicBezTo>
                    <a:pt x="432" y="162"/>
                    <a:pt x="432" y="162"/>
                    <a:pt x="432" y="162"/>
                  </a:cubicBezTo>
                  <a:lnTo>
                    <a:pt x="360" y="37"/>
                  </a:lnTo>
                  <a:close/>
                  <a:moveTo>
                    <a:pt x="209" y="162"/>
                  </a:moveTo>
                  <a:cubicBezTo>
                    <a:pt x="137" y="37"/>
                    <a:pt x="137" y="37"/>
                    <a:pt x="137" y="37"/>
                  </a:cubicBezTo>
                  <a:cubicBezTo>
                    <a:pt x="292" y="37"/>
                    <a:pt x="292" y="37"/>
                    <a:pt x="292" y="37"/>
                  </a:cubicBezTo>
                  <a:lnTo>
                    <a:pt x="209" y="162"/>
                  </a:lnTo>
                  <a:close/>
                  <a:moveTo>
                    <a:pt x="320" y="523"/>
                  </a:moveTo>
                  <a:cubicBezTo>
                    <a:pt x="228" y="208"/>
                    <a:pt x="228" y="208"/>
                    <a:pt x="228" y="208"/>
                  </a:cubicBezTo>
                  <a:cubicBezTo>
                    <a:pt x="413" y="208"/>
                    <a:pt x="413" y="208"/>
                    <a:pt x="413" y="208"/>
                  </a:cubicBezTo>
                  <a:lnTo>
                    <a:pt x="320" y="523"/>
                  </a:lnTo>
                  <a:close/>
                  <a:moveTo>
                    <a:pt x="342" y="589"/>
                  </a:moveTo>
                  <a:cubicBezTo>
                    <a:pt x="454" y="208"/>
                    <a:pt x="454" y="208"/>
                    <a:pt x="454" y="208"/>
                  </a:cubicBezTo>
                  <a:cubicBezTo>
                    <a:pt x="619" y="208"/>
                    <a:pt x="619" y="208"/>
                    <a:pt x="619" y="208"/>
                  </a:cubicBezTo>
                  <a:lnTo>
                    <a:pt x="342" y="589"/>
                  </a:lnTo>
                  <a:close/>
                  <a:moveTo>
                    <a:pt x="53" y="208"/>
                  </a:moveTo>
                  <a:cubicBezTo>
                    <a:pt x="187" y="208"/>
                    <a:pt x="187" y="208"/>
                    <a:pt x="187" y="208"/>
                  </a:cubicBezTo>
                  <a:cubicBezTo>
                    <a:pt x="283" y="535"/>
                    <a:pt x="283" y="535"/>
                    <a:pt x="283" y="535"/>
                  </a:cubicBezTo>
                  <a:lnTo>
                    <a:pt x="53" y="208"/>
                  </a:lnTo>
                  <a:close/>
                  <a:moveTo>
                    <a:pt x="48" y="173"/>
                  </a:moveTo>
                  <a:cubicBezTo>
                    <a:pt x="65" y="145"/>
                    <a:pt x="92" y="104"/>
                    <a:pt x="112" y="73"/>
                  </a:cubicBezTo>
                  <a:cubicBezTo>
                    <a:pt x="170" y="173"/>
                    <a:pt x="170" y="173"/>
                    <a:pt x="170" y="173"/>
                  </a:cubicBezTo>
                  <a:lnTo>
                    <a:pt x="48" y="173"/>
                  </a:lnTo>
                  <a:close/>
                  <a:moveTo>
                    <a:pt x="622" y="173"/>
                  </a:moveTo>
                  <a:cubicBezTo>
                    <a:pt x="471" y="173"/>
                    <a:pt x="471" y="173"/>
                    <a:pt x="471" y="173"/>
                  </a:cubicBezTo>
                  <a:cubicBezTo>
                    <a:pt x="545" y="52"/>
                    <a:pt x="545" y="52"/>
                    <a:pt x="545" y="52"/>
                  </a:cubicBezTo>
                  <a:lnTo>
                    <a:pt x="622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B4D0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" name="Freeform 7">
              <a:extLst>
                <a:ext uri="{FF2B5EF4-FFF2-40B4-BE49-F238E27FC236}">
                  <a16:creationId xmlns:a16="http://schemas.microsoft.com/office/drawing/2014/main" id="{D6B23287-3A2A-BB7D-161A-EC5E91106A1D}"/>
                </a:ext>
              </a:extLst>
            </p:cNvPr>
            <p:cNvSpPr>
              <a:spLocks/>
            </p:cNvSpPr>
            <p:nvPr/>
          </p:nvSpPr>
          <p:spPr bwMode="auto">
            <a:xfrm>
              <a:off x="690564" y="1511309"/>
              <a:ext cx="90487" cy="117476"/>
            </a:xfrm>
            <a:custGeom>
              <a:avLst/>
              <a:gdLst>
                <a:gd name="T0" fmla="*/ 163 w 175"/>
                <a:gd name="T1" fmla="*/ 220 h 224"/>
                <a:gd name="T2" fmla="*/ 150 w 175"/>
                <a:gd name="T3" fmla="*/ 224 h 224"/>
                <a:gd name="T4" fmla="*/ 132 w 175"/>
                <a:gd name="T5" fmla="*/ 214 h 224"/>
                <a:gd name="T6" fmla="*/ 7 w 175"/>
                <a:gd name="T7" fmla="*/ 37 h 224"/>
                <a:gd name="T8" fmla="*/ 13 w 175"/>
                <a:gd name="T9" fmla="*/ 7 h 224"/>
                <a:gd name="T10" fmla="*/ 44 w 175"/>
                <a:gd name="T11" fmla="*/ 12 h 224"/>
                <a:gd name="T12" fmla="*/ 168 w 175"/>
                <a:gd name="T13" fmla="*/ 189 h 224"/>
                <a:gd name="T14" fmla="*/ 163 w 175"/>
                <a:gd name="T15" fmla="*/ 220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75" h="224">
                  <a:moveTo>
                    <a:pt x="163" y="220"/>
                  </a:moveTo>
                  <a:cubicBezTo>
                    <a:pt x="159" y="222"/>
                    <a:pt x="154" y="224"/>
                    <a:pt x="150" y="224"/>
                  </a:cubicBezTo>
                  <a:cubicBezTo>
                    <a:pt x="143" y="224"/>
                    <a:pt x="136" y="221"/>
                    <a:pt x="132" y="214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0" y="27"/>
                    <a:pt x="3" y="14"/>
                    <a:pt x="13" y="7"/>
                  </a:cubicBezTo>
                  <a:cubicBezTo>
                    <a:pt x="23" y="0"/>
                    <a:pt x="37" y="2"/>
                    <a:pt x="44" y="12"/>
                  </a:cubicBezTo>
                  <a:cubicBezTo>
                    <a:pt x="168" y="189"/>
                    <a:pt x="168" y="189"/>
                    <a:pt x="168" y="189"/>
                  </a:cubicBezTo>
                  <a:cubicBezTo>
                    <a:pt x="175" y="199"/>
                    <a:pt x="173" y="213"/>
                    <a:pt x="163" y="2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B4D0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Freeform 8">
              <a:extLst>
                <a:ext uri="{FF2B5EF4-FFF2-40B4-BE49-F238E27FC236}">
                  <a16:creationId xmlns:a16="http://schemas.microsoft.com/office/drawing/2014/main" id="{BDCEB0AE-5224-9D31-F7E8-F36C41497B5D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501" y="1444632"/>
              <a:ext cx="22225" cy="153989"/>
            </a:xfrm>
            <a:custGeom>
              <a:avLst/>
              <a:gdLst>
                <a:gd name="T0" fmla="*/ 22 w 44"/>
                <a:gd name="T1" fmla="*/ 297 h 297"/>
                <a:gd name="T2" fmla="*/ 0 w 44"/>
                <a:gd name="T3" fmla="*/ 275 h 297"/>
                <a:gd name="T4" fmla="*/ 0 w 44"/>
                <a:gd name="T5" fmla="*/ 22 h 297"/>
                <a:gd name="T6" fmla="*/ 22 w 44"/>
                <a:gd name="T7" fmla="*/ 0 h 297"/>
                <a:gd name="T8" fmla="*/ 44 w 44"/>
                <a:gd name="T9" fmla="*/ 22 h 297"/>
                <a:gd name="T10" fmla="*/ 44 w 44"/>
                <a:gd name="T11" fmla="*/ 275 h 297"/>
                <a:gd name="T12" fmla="*/ 22 w 44"/>
                <a:gd name="T13" fmla="*/ 297 h 2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4" h="297">
                  <a:moveTo>
                    <a:pt x="22" y="297"/>
                  </a:moveTo>
                  <a:cubicBezTo>
                    <a:pt x="9" y="297"/>
                    <a:pt x="0" y="287"/>
                    <a:pt x="0" y="275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34" y="0"/>
                    <a:pt x="44" y="10"/>
                    <a:pt x="44" y="22"/>
                  </a:cubicBezTo>
                  <a:cubicBezTo>
                    <a:pt x="44" y="275"/>
                    <a:pt x="44" y="275"/>
                    <a:pt x="44" y="275"/>
                  </a:cubicBezTo>
                  <a:cubicBezTo>
                    <a:pt x="44" y="287"/>
                    <a:pt x="34" y="297"/>
                    <a:pt x="22" y="29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B4D0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" name="Freeform 9">
              <a:extLst>
                <a:ext uri="{FF2B5EF4-FFF2-40B4-BE49-F238E27FC236}">
                  <a16:creationId xmlns:a16="http://schemas.microsoft.com/office/drawing/2014/main" id="{6F11C424-E1ED-509B-4CCF-85ECCFB30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7601" y="1508132"/>
              <a:ext cx="93661" cy="120650"/>
            </a:xfrm>
            <a:custGeom>
              <a:avLst/>
              <a:gdLst>
                <a:gd name="T0" fmla="*/ 43 w 180"/>
                <a:gd name="T1" fmla="*/ 221 h 230"/>
                <a:gd name="T2" fmla="*/ 25 w 180"/>
                <a:gd name="T3" fmla="*/ 230 h 230"/>
                <a:gd name="T4" fmla="*/ 12 w 180"/>
                <a:gd name="T5" fmla="*/ 226 h 230"/>
                <a:gd name="T6" fmla="*/ 7 w 180"/>
                <a:gd name="T7" fmla="*/ 195 h 230"/>
                <a:gd name="T8" fmla="*/ 136 w 180"/>
                <a:gd name="T9" fmla="*/ 13 h 230"/>
                <a:gd name="T10" fmla="*/ 167 w 180"/>
                <a:gd name="T11" fmla="*/ 7 h 230"/>
                <a:gd name="T12" fmla="*/ 172 w 180"/>
                <a:gd name="T13" fmla="*/ 38 h 230"/>
                <a:gd name="T14" fmla="*/ 43 w 180"/>
                <a:gd name="T15" fmla="*/ 221 h 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0" h="230">
                  <a:moveTo>
                    <a:pt x="43" y="221"/>
                  </a:moveTo>
                  <a:cubicBezTo>
                    <a:pt x="39" y="227"/>
                    <a:pt x="32" y="230"/>
                    <a:pt x="25" y="230"/>
                  </a:cubicBezTo>
                  <a:cubicBezTo>
                    <a:pt x="20" y="230"/>
                    <a:pt x="16" y="228"/>
                    <a:pt x="12" y="226"/>
                  </a:cubicBezTo>
                  <a:cubicBezTo>
                    <a:pt x="2" y="219"/>
                    <a:pt x="0" y="205"/>
                    <a:pt x="7" y="195"/>
                  </a:cubicBezTo>
                  <a:cubicBezTo>
                    <a:pt x="136" y="13"/>
                    <a:pt x="136" y="13"/>
                    <a:pt x="136" y="13"/>
                  </a:cubicBezTo>
                  <a:cubicBezTo>
                    <a:pt x="144" y="3"/>
                    <a:pt x="157" y="0"/>
                    <a:pt x="167" y="7"/>
                  </a:cubicBezTo>
                  <a:cubicBezTo>
                    <a:pt x="177" y="15"/>
                    <a:pt x="180" y="28"/>
                    <a:pt x="172" y="38"/>
                  </a:cubicBezTo>
                  <a:lnTo>
                    <a:pt x="43" y="2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B4D0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" name="Freeform 10">
              <a:extLst>
                <a:ext uri="{FF2B5EF4-FFF2-40B4-BE49-F238E27FC236}">
                  <a16:creationId xmlns:a16="http://schemas.microsoft.com/office/drawing/2014/main" id="{24275E9E-5A10-6CDD-2BC2-3500B32DF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488" y="1735147"/>
              <a:ext cx="65088" cy="65088"/>
            </a:xfrm>
            <a:custGeom>
              <a:avLst/>
              <a:gdLst>
                <a:gd name="T0" fmla="*/ 13 w 124"/>
                <a:gd name="T1" fmla="*/ 49 h 123"/>
                <a:gd name="T2" fmla="*/ 50 w 124"/>
                <a:gd name="T3" fmla="*/ 49 h 123"/>
                <a:gd name="T4" fmla="*/ 50 w 124"/>
                <a:gd name="T5" fmla="*/ 12 h 123"/>
                <a:gd name="T6" fmla="*/ 62 w 124"/>
                <a:gd name="T7" fmla="*/ 0 h 123"/>
                <a:gd name="T8" fmla="*/ 74 w 124"/>
                <a:gd name="T9" fmla="*/ 12 h 123"/>
                <a:gd name="T10" fmla="*/ 74 w 124"/>
                <a:gd name="T11" fmla="*/ 49 h 123"/>
                <a:gd name="T12" fmla="*/ 111 w 124"/>
                <a:gd name="T13" fmla="*/ 49 h 123"/>
                <a:gd name="T14" fmla="*/ 124 w 124"/>
                <a:gd name="T15" fmla="*/ 62 h 123"/>
                <a:gd name="T16" fmla="*/ 111 w 124"/>
                <a:gd name="T17" fmla="*/ 74 h 123"/>
                <a:gd name="T18" fmla="*/ 74 w 124"/>
                <a:gd name="T19" fmla="*/ 74 h 123"/>
                <a:gd name="T20" fmla="*/ 74 w 124"/>
                <a:gd name="T21" fmla="*/ 111 h 123"/>
                <a:gd name="T22" fmla="*/ 62 w 124"/>
                <a:gd name="T23" fmla="*/ 123 h 123"/>
                <a:gd name="T24" fmla="*/ 50 w 124"/>
                <a:gd name="T25" fmla="*/ 111 h 123"/>
                <a:gd name="T26" fmla="*/ 50 w 124"/>
                <a:gd name="T27" fmla="*/ 74 h 123"/>
                <a:gd name="T28" fmla="*/ 13 w 124"/>
                <a:gd name="T29" fmla="*/ 74 h 123"/>
                <a:gd name="T30" fmla="*/ 0 w 124"/>
                <a:gd name="T31" fmla="*/ 62 h 123"/>
                <a:gd name="T32" fmla="*/ 13 w 124"/>
                <a:gd name="T33" fmla="*/ 49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4" h="123">
                  <a:moveTo>
                    <a:pt x="13" y="49"/>
                  </a:moveTo>
                  <a:cubicBezTo>
                    <a:pt x="50" y="49"/>
                    <a:pt x="50" y="49"/>
                    <a:pt x="50" y="49"/>
                  </a:cubicBezTo>
                  <a:cubicBezTo>
                    <a:pt x="50" y="12"/>
                    <a:pt x="50" y="12"/>
                    <a:pt x="50" y="12"/>
                  </a:cubicBezTo>
                  <a:cubicBezTo>
                    <a:pt x="50" y="5"/>
                    <a:pt x="55" y="0"/>
                    <a:pt x="62" y="0"/>
                  </a:cubicBezTo>
                  <a:cubicBezTo>
                    <a:pt x="69" y="0"/>
                    <a:pt x="74" y="5"/>
                    <a:pt x="74" y="12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111" y="49"/>
                    <a:pt x="111" y="49"/>
                    <a:pt x="111" y="49"/>
                  </a:cubicBezTo>
                  <a:cubicBezTo>
                    <a:pt x="118" y="49"/>
                    <a:pt x="124" y="55"/>
                    <a:pt x="124" y="62"/>
                  </a:cubicBezTo>
                  <a:cubicBezTo>
                    <a:pt x="124" y="68"/>
                    <a:pt x="118" y="74"/>
                    <a:pt x="111" y="74"/>
                  </a:cubicBezTo>
                  <a:cubicBezTo>
                    <a:pt x="74" y="74"/>
                    <a:pt x="74" y="74"/>
                    <a:pt x="74" y="74"/>
                  </a:cubicBezTo>
                  <a:cubicBezTo>
                    <a:pt x="74" y="111"/>
                    <a:pt x="74" y="111"/>
                    <a:pt x="74" y="111"/>
                  </a:cubicBezTo>
                  <a:cubicBezTo>
                    <a:pt x="74" y="118"/>
                    <a:pt x="69" y="123"/>
                    <a:pt x="62" y="123"/>
                  </a:cubicBezTo>
                  <a:cubicBezTo>
                    <a:pt x="55" y="123"/>
                    <a:pt x="50" y="118"/>
                    <a:pt x="50" y="111"/>
                  </a:cubicBezTo>
                  <a:cubicBezTo>
                    <a:pt x="50" y="74"/>
                    <a:pt x="50" y="74"/>
                    <a:pt x="50" y="74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6" y="74"/>
                    <a:pt x="0" y="68"/>
                    <a:pt x="0" y="62"/>
                  </a:cubicBezTo>
                  <a:cubicBezTo>
                    <a:pt x="0" y="55"/>
                    <a:pt x="6" y="49"/>
                    <a:pt x="13" y="4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B4D0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Freeform 11">
              <a:extLst>
                <a:ext uri="{FF2B5EF4-FFF2-40B4-BE49-F238E27FC236}">
                  <a16:creationId xmlns:a16="http://schemas.microsoft.com/office/drawing/2014/main" id="{C767C21F-E624-D3B2-18BA-977EA4165D9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0788" y="1658945"/>
              <a:ext cx="65088" cy="63500"/>
            </a:xfrm>
            <a:custGeom>
              <a:avLst/>
              <a:gdLst>
                <a:gd name="T0" fmla="*/ 12 w 123"/>
                <a:gd name="T1" fmla="*/ 49 h 123"/>
                <a:gd name="T2" fmla="*/ 49 w 123"/>
                <a:gd name="T3" fmla="*/ 49 h 123"/>
                <a:gd name="T4" fmla="*/ 49 w 123"/>
                <a:gd name="T5" fmla="*/ 12 h 123"/>
                <a:gd name="T6" fmla="*/ 61 w 123"/>
                <a:gd name="T7" fmla="*/ 0 h 123"/>
                <a:gd name="T8" fmla="*/ 74 w 123"/>
                <a:gd name="T9" fmla="*/ 12 h 123"/>
                <a:gd name="T10" fmla="*/ 74 w 123"/>
                <a:gd name="T11" fmla="*/ 49 h 123"/>
                <a:gd name="T12" fmla="*/ 111 w 123"/>
                <a:gd name="T13" fmla="*/ 49 h 123"/>
                <a:gd name="T14" fmla="*/ 123 w 123"/>
                <a:gd name="T15" fmla="*/ 62 h 123"/>
                <a:gd name="T16" fmla="*/ 111 w 123"/>
                <a:gd name="T17" fmla="*/ 74 h 123"/>
                <a:gd name="T18" fmla="*/ 74 w 123"/>
                <a:gd name="T19" fmla="*/ 74 h 123"/>
                <a:gd name="T20" fmla="*/ 74 w 123"/>
                <a:gd name="T21" fmla="*/ 111 h 123"/>
                <a:gd name="T22" fmla="*/ 61 w 123"/>
                <a:gd name="T23" fmla="*/ 123 h 123"/>
                <a:gd name="T24" fmla="*/ 49 w 123"/>
                <a:gd name="T25" fmla="*/ 111 h 123"/>
                <a:gd name="T26" fmla="*/ 49 w 123"/>
                <a:gd name="T27" fmla="*/ 74 h 123"/>
                <a:gd name="T28" fmla="*/ 12 w 123"/>
                <a:gd name="T29" fmla="*/ 74 h 123"/>
                <a:gd name="T30" fmla="*/ 0 w 123"/>
                <a:gd name="T31" fmla="*/ 62 h 123"/>
                <a:gd name="T32" fmla="*/ 12 w 123"/>
                <a:gd name="T33" fmla="*/ 49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3" h="123">
                  <a:moveTo>
                    <a:pt x="12" y="49"/>
                  </a:moveTo>
                  <a:cubicBezTo>
                    <a:pt x="49" y="49"/>
                    <a:pt x="49" y="49"/>
                    <a:pt x="49" y="49"/>
                  </a:cubicBezTo>
                  <a:cubicBezTo>
                    <a:pt x="49" y="12"/>
                    <a:pt x="49" y="12"/>
                    <a:pt x="49" y="12"/>
                  </a:cubicBezTo>
                  <a:cubicBezTo>
                    <a:pt x="49" y="6"/>
                    <a:pt x="55" y="0"/>
                    <a:pt x="61" y="0"/>
                  </a:cubicBezTo>
                  <a:cubicBezTo>
                    <a:pt x="68" y="0"/>
                    <a:pt x="74" y="6"/>
                    <a:pt x="74" y="12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111" y="49"/>
                    <a:pt x="111" y="49"/>
                    <a:pt x="111" y="49"/>
                  </a:cubicBezTo>
                  <a:cubicBezTo>
                    <a:pt x="117" y="49"/>
                    <a:pt x="123" y="55"/>
                    <a:pt x="123" y="62"/>
                  </a:cubicBezTo>
                  <a:cubicBezTo>
                    <a:pt x="123" y="69"/>
                    <a:pt x="117" y="74"/>
                    <a:pt x="111" y="74"/>
                  </a:cubicBezTo>
                  <a:cubicBezTo>
                    <a:pt x="74" y="74"/>
                    <a:pt x="74" y="74"/>
                    <a:pt x="74" y="74"/>
                  </a:cubicBezTo>
                  <a:cubicBezTo>
                    <a:pt x="74" y="111"/>
                    <a:pt x="74" y="111"/>
                    <a:pt x="74" y="111"/>
                  </a:cubicBezTo>
                  <a:cubicBezTo>
                    <a:pt x="74" y="118"/>
                    <a:pt x="68" y="123"/>
                    <a:pt x="61" y="123"/>
                  </a:cubicBezTo>
                  <a:cubicBezTo>
                    <a:pt x="55" y="123"/>
                    <a:pt x="49" y="118"/>
                    <a:pt x="49" y="111"/>
                  </a:cubicBezTo>
                  <a:cubicBezTo>
                    <a:pt x="49" y="74"/>
                    <a:pt x="49" y="74"/>
                    <a:pt x="49" y="74"/>
                  </a:cubicBezTo>
                  <a:cubicBezTo>
                    <a:pt x="12" y="74"/>
                    <a:pt x="12" y="74"/>
                    <a:pt x="12" y="74"/>
                  </a:cubicBezTo>
                  <a:cubicBezTo>
                    <a:pt x="5" y="74"/>
                    <a:pt x="0" y="69"/>
                    <a:pt x="0" y="62"/>
                  </a:cubicBezTo>
                  <a:cubicBezTo>
                    <a:pt x="0" y="55"/>
                    <a:pt x="5" y="49"/>
                    <a:pt x="12" y="4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B4D0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" name="Freeform 12">
              <a:extLst>
                <a:ext uri="{FF2B5EF4-FFF2-40B4-BE49-F238E27FC236}">
                  <a16:creationId xmlns:a16="http://schemas.microsoft.com/office/drawing/2014/main" id="{D3EA0676-7AE1-56DE-12CD-D665A41B94C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60464" y="1822460"/>
              <a:ext cx="71437" cy="71438"/>
            </a:xfrm>
            <a:custGeom>
              <a:avLst/>
              <a:gdLst>
                <a:gd name="T0" fmla="*/ 23 w 45"/>
                <a:gd name="T1" fmla="*/ 45 h 45"/>
                <a:gd name="T2" fmla="*/ 45 w 45"/>
                <a:gd name="T3" fmla="*/ 22 h 45"/>
                <a:gd name="T4" fmla="*/ 23 w 45"/>
                <a:gd name="T5" fmla="*/ 0 h 45"/>
                <a:gd name="T6" fmla="*/ 0 w 45"/>
                <a:gd name="T7" fmla="*/ 22 h 45"/>
                <a:gd name="T8" fmla="*/ 23 w 45"/>
                <a:gd name="T9" fmla="*/ 45 h 45"/>
                <a:gd name="T10" fmla="*/ 34 w 45"/>
                <a:gd name="T11" fmla="*/ 22 h 45"/>
                <a:gd name="T12" fmla="*/ 23 w 45"/>
                <a:gd name="T13" fmla="*/ 33 h 45"/>
                <a:gd name="T14" fmla="*/ 12 w 45"/>
                <a:gd name="T15" fmla="*/ 22 h 45"/>
                <a:gd name="T16" fmla="*/ 23 w 45"/>
                <a:gd name="T17" fmla="*/ 11 h 45"/>
                <a:gd name="T18" fmla="*/ 34 w 45"/>
                <a:gd name="T19" fmla="*/ 22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5" h="45">
                  <a:moveTo>
                    <a:pt x="23" y="45"/>
                  </a:moveTo>
                  <a:lnTo>
                    <a:pt x="45" y="22"/>
                  </a:lnTo>
                  <a:lnTo>
                    <a:pt x="23" y="0"/>
                  </a:lnTo>
                  <a:lnTo>
                    <a:pt x="0" y="22"/>
                  </a:lnTo>
                  <a:lnTo>
                    <a:pt x="23" y="45"/>
                  </a:lnTo>
                  <a:close/>
                  <a:moveTo>
                    <a:pt x="34" y="22"/>
                  </a:moveTo>
                  <a:lnTo>
                    <a:pt x="23" y="33"/>
                  </a:lnTo>
                  <a:lnTo>
                    <a:pt x="12" y="22"/>
                  </a:lnTo>
                  <a:lnTo>
                    <a:pt x="23" y="11"/>
                  </a:lnTo>
                  <a:lnTo>
                    <a:pt x="34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B4D0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" name="Freeform 13">
              <a:extLst>
                <a:ext uri="{FF2B5EF4-FFF2-40B4-BE49-F238E27FC236}">
                  <a16:creationId xmlns:a16="http://schemas.microsoft.com/office/drawing/2014/main" id="{86D44F43-A8FA-4E72-7E94-73F93A85641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4063" y="1893888"/>
              <a:ext cx="55562" cy="53975"/>
            </a:xfrm>
            <a:custGeom>
              <a:avLst/>
              <a:gdLst>
                <a:gd name="T0" fmla="*/ 0 w 104"/>
                <a:gd name="T1" fmla="*/ 52 h 104"/>
                <a:gd name="T2" fmla="*/ 52 w 104"/>
                <a:gd name="T3" fmla="*/ 104 h 104"/>
                <a:gd name="T4" fmla="*/ 104 w 104"/>
                <a:gd name="T5" fmla="*/ 52 h 104"/>
                <a:gd name="T6" fmla="*/ 52 w 104"/>
                <a:gd name="T7" fmla="*/ 0 h 104"/>
                <a:gd name="T8" fmla="*/ 0 w 104"/>
                <a:gd name="T9" fmla="*/ 52 h 104"/>
                <a:gd name="T10" fmla="*/ 24 w 104"/>
                <a:gd name="T11" fmla="*/ 52 h 104"/>
                <a:gd name="T12" fmla="*/ 52 w 104"/>
                <a:gd name="T13" fmla="*/ 25 h 104"/>
                <a:gd name="T14" fmla="*/ 79 w 104"/>
                <a:gd name="T15" fmla="*/ 52 h 104"/>
                <a:gd name="T16" fmla="*/ 52 w 104"/>
                <a:gd name="T17" fmla="*/ 80 h 104"/>
                <a:gd name="T18" fmla="*/ 24 w 104"/>
                <a:gd name="T19" fmla="*/ 52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4" h="104">
                  <a:moveTo>
                    <a:pt x="0" y="52"/>
                  </a:moveTo>
                  <a:cubicBezTo>
                    <a:pt x="0" y="81"/>
                    <a:pt x="23" y="104"/>
                    <a:pt x="52" y="104"/>
                  </a:cubicBezTo>
                  <a:cubicBezTo>
                    <a:pt x="80" y="104"/>
                    <a:pt x="104" y="81"/>
                    <a:pt x="104" y="52"/>
                  </a:cubicBezTo>
                  <a:cubicBezTo>
                    <a:pt x="104" y="24"/>
                    <a:pt x="80" y="0"/>
                    <a:pt x="52" y="0"/>
                  </a:cubicBezTo>
                  <a:cubicBezTo>
                    <a:pt x="23" y="0"/>
                    <a:pt x="0" y="24"/>
                    <a:pt x="0" y="52"/>
                  </a:cubicBezTo>
                  <a:close/>
                  <a:moveTo>
                    <a:pt x="24" y="52"/>
                  </a:moveTo>
                  <a:cubicBezTo>
                    <a:pt x="24" y="37"/>
                    <a:pt x="36" y="25"/>
                    <a:pt x="52" y="25"/>
                  </a:cubicBezTo>
                  <a:cubicBezTo>
                    <a:pt x="67" y="25"/>
                    <a:pt x="79" y="37"/>
                    <a:pt x="79" y="52"/>
                  </a:cubicBezTo>
                  <a:cubicBezTo>
                    <a:pt x="79" y="68"/>
                    <a:pt x="67" y="80"/>
                    <a:pt x="52" y="80"/>
                  </a:cubicBezTo>
                  <a:cubicBezTo>
                    <a:pt x="36" y="80"/>
                    <a:pt x="24" y="68"/>
                    <a:pt x="24" y="5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B4D0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1" name="Rectangle 37">
            <a:extLst>
              <a:ext uri="{FF2B5EF4-FFF2-40B4-BE49-F238E27FC236}">
                <a16:creationId xmlns:a16="http://schemas.microsoft.com/office/drawing/2014/main" id="{26F4A9B8-BF55-64C8-84E3-D0A3AF36766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016254" y="1835738"/>
            <a:ext cx="2766986" cy="42667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b="1" dirty="0">
                <a:solidFill>
                  <a:srgbClr val="000000"/>
                </a:solidFill>
                <a:latin typeface="Calibri Light" panose="020F0302020204030204"/>
                <a:ea typeface="STKaiti"/>
                <a:cs typeface="Arial" panose="020B0604020202020204" pitchFamily="34" charset="0"/>
              </a:rPr>
              <a:t>Reusability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 panose="020F0302020204030204"/>
                <a:ea typeface="STKaiti"/>
                <a:cs typeface="Arial" panose="020B0604020202020204" pitchFamily="34" charset="0"/>
              </a:rPr>
              <a:t>:</a:t>
            </a:r>
          </a:p>
          <a:p>
            <a:pPr lvl="0" defTabSz="457200"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       	</a:t>
            </a:r>
            <a:r>
              <a:rPr lang="en-US" sz="1100" dirty="0">
                <a:solidFill>
                  <a:srgbClr val="000000"/>
                </a:solidFill>
              </a:rPr>
              <a:t>Easily configurable for new clients, 	carriers, and geographies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 Light" panose="020F0302020204030204"/>
              <a:ea typeface="STKaiti"/>
              <a:cs typeface="Arial" panose="020B0604020202020204" pitchFamily="34" charset="0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 Light" panose="020F0302020204030204"/>
              <a:ea typeface="STKaiti"/>
              <a:cs typeface="Arial" panose="020B0604020202020204" pitchFamily="34" charset="0"/>
            </a:endParaRPr>
          </a:p>
          <a:p>
            <a:pPr lvl="1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b="1" dirty="0">
                <a:solidFill>
                  <a:srgbClr val="000000"/>
                </a:solidFill>
                <a:latin typeface="Calibri Light" panose="020F0302020204030204"/>
                <a:ea typeface="STKaiti"/>
                <a:cs typeface="Arial" panose="020B0604020202020204" pitchFamily="34" charset="0"/>
              </a:rPr>
              <a:t>Agent Productivity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 panose="020F0302020204030204"/>
                <a:ea typeface="STKaiti"/>
                <a:cs typeface="Arial" panose="020B0604020202020204" pitchFamily="34" charset="0"/>
              </a:rPr>
              <a:t>:</a:t>
            </a:r>
          </a:p>
          <a:p>
            <a:pPr lvl="1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dirty="0">
                <a:solidFill>
                  <a:srgbClr val="000000"/>
                </a:solidFill>
                <a:ea typeface="STKaiti"/>
                <a:cs typeface="Arial" panose="020B0604020202020204" pitchFamily="34" charset="0"/>
              </a:rPr>
              <a:t>Reduced manual effort through guided workflows</a:t>
            </a:r>
          </a:p>
          <a:p>
            <a:pPr lvl="1" fontAlgn="base">
              <a:spcBef>
                <a:spcPct val="0"/>
              </a:spcBef>
              <a:spcAft>
                <a:spcPct val="0"/>
              </a:spcAft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 Light" panose="020F0302020204030204"/>
              <a:ea typeface="STKaiti"/>
              <a:cs typeface="Arial" panose="020B0604020202020204" pitchFamily="34" charset="0"/>
            </a:endParaRPr>
          </a:p>
          <a:p>
            <a:pPr lvl="1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b="1" dirty="0">
                <a:solidFill>
                  <a:srgbClr val="000000"/>
                </a:solidFill>
                <a:latin typeface="Calibri Light" panose="020F0302020204030204"/>
                <a:ea typeface="STKaiti"/>
                <a:cs typeface="Arial" panose="020B0604020202020204" pitchFamily="34" charset="0"/>
              </a:rPr>
              <a:t>End-to-End Visibility</a:t>
            </a:r>
          </a:p>
          <a:p>
            <a:pPr lvl="1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dirty="0">
                <a:solidFill>
                  <a:srgbClr val="000000"/>
                </a:solidFill>
                <a:ea typeface="STKaiti"/>
                <a:cs typeface="Arial" panose="020B0604020202020204" pitchFamily="34" charset="0"/>
              </a:rPr>
              <a:t>Unified view of lead status, conversions, and enrollments</a:t>
            </a:r>
          </a:p>
          <a:p>
            <a:pPr lvl="1" fontAlgn="base">
              <a:spcBef>
                <a:spcPct val="0"/>
              </a:spcBef>
              <a:spcAft>
                <a:spcPct val="0"/>
              </a:spcAft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 Light" panose="020F0302020204030204"/>
              <a:ea typeface="STKaiti"/>
              <a:cs typeface="Arial" panose="020B0604020202020204" pitchFamily="34" charset="0"/>
            </a:endParaRPr>
          </a:p>
          <a:p>
            <a:pPr lvl="1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100" dirty="0">
              <a:solidFill>
                <a:srgbClr val="000000"/>
              </a:solidFill>
              <a:latin typeface="Calibri Light" panose="020F0302020204030204"/>
              <a:ea typeface="STKaiti"/>
              <a:cs typeface="Arial" panose="020B0604020202020204" pitchFamily="34" charset="0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 panose="020F0302020204030204"/>
                <a:ea typeface="STKaiti"/>
                <a:cs typeface="Arial" panose="020B0604020202020204" pitchFamily="34" charset="0"/>
              </a:rPr>
              <a:t>Scalability:</a:t>
            </a:r>
          </a:p>
          <a:p>
            <a:pPr lvl="1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dirty="0">
                <a:solidFill>
                  <a:srgbClr val="000000"/>
                </a:solidFill>
                <a:ea typeface="STKaiti"/>
                <a:cs typeface="Arial" panose="020B0604020202020204" pitchFamily="34" charset="0"/>
              </a:rPr>
              <a:t>Designed to support growth without platform redesign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STKaiti"/>
              <a:cs typeface="Arial" panose="020B0604020202020204" pitchFamily="34" charset="0"/>
            </a:endParaRPr>
          </a:p>
        </p:txBody>
      </p:sp>
      <p:pic>
        <p:nvPicPr>
          <p:cNvPr id="32" name="Picture 31" descr="A hand pointing at a gear&#10;&#10;Description automatically generated">
            <a:extLst>
              <a:ext uri="{FF2B5EF4-FFF2-40B4-BE49-F238E27FC236}">
                <a16:creationId xmlns:a16="http://schemas.microsoft.com/office/drawing/2014/main" id="{513B6322-4E36-02CB-878C-572C0629D0D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2504" y="2735893"/>
            <a:ext cx="370800" cy="360000"/>
          </a:xfrm>
          <a:prstGeom prst="rect">
            <a:avLst/>
          </a:prstGeom>
        </p:spPr>
      </p:pic>
      <p:pic>
        <p:nvPicPr>
          <p:cNvPr id="33" name="Picture 32" descr="A black and orange gear with a dollar sign&#10;&#10;Description automatically generated">
            <a:extLst>
              <a:ext uri="{FF2B5EF4-FFF2-40B4-BE49-F238E27FC236}">
                <a16:creationId xmlns:a16="http://schemas.microsoft.com/office/drawing/2014/main" id="{A82FB11B-8EEC-DCC0-571A-66355A06D3B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1361" y="4837487"/>
            <a:ext cx="370800" cy="369876"/>
          </a:xfrm>
          <a:prstGeom prst="rect">
            <a:avLst/>
          </a:prstGeom>
        </p:spPr>
      </p:pic>
      <p:pic>
        <p:nvPicPr>
          <p:cNvPr id="35" name="Picture 34" descr="A magnifying glass over a computer screen&#10;&#10;Description automatically generated">
            <a:extLst>
              <a:ext uri="{FF2B5EF4-FFF2-40B4-BE49-F238E27FC236}">
                <a16:creationId xmlns:a16="http://schemas.microsoft.com/office/drawing/2014/main" id="{5CEA4962-BB22-6DF3-F06C-EDEB5229D3E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3100" y="3954204"/>
            <a:ext cx="370800" cy="374545"/>
          </a:xfrm>
          <a:prstGeom prst="rect">
            <a:avLst/>
          </a:prstGeom>
        </p:spPr>
      </p:pic>
      <p:sp>
        <p:nvSpPr>
          <p:cNvPr id="40" name="Google Shape;736;p66">
            <a:extLst>
              <a:ext uri="{FF2B5EF4-FFF2-40B4-BE49-F238E27FC236}">
                <a16:creationId xmlns:a16="http://schemas.microsoft.com/office/drawing/2014/main" id="{7FB32C7F-BE5C-ED78-BF95-30D1A230F437}"/>
              </a:ext>
            </a:extLst>
          </p:cNvPr>
          <p:cNvSpPr txBox="1"/>
          <p:nvPr/>
        </p:nvSpPr>
        <p:spPr>
          <a:xfrm>
            <a:off x="5286049" y="5546756"/>
            <a:ext cx="1544023" cy="692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>
            <a:defPPr>
              <a:defRPr lang="en-US"/>
            </a:defPPr>
            <a:lvl1pPr marL="285750" marR="0" lvl="0" indent="-28575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1100"/>
              <a:buFont typeface="Wingdings" panose="05000000000000000000" pitchFamily="2" charset="2"/>
              <a:buChar char="ü"/>
              <a:tabLst/>
              <a:defRPr sz="1300">
                <a:solidFill>
                  <a:schemeClr val="accent2"/>
                </a:solidFill>
                <a:latin typeface="Calibri Light" panose="020F0302020204030204"/>
              </a:defRPr>
            </a:lvl1pPr>
            <a:lvl2pPr defTabSz="914400"/>
            <a:lvl3pPr defTabSz="914400"/>
            <a:lvl4pPr defTabSz="914400"/>
            <a:lvl5pPr defTabSz="914400"/>
            <a:lvl6pPr defTabSz="914400"/>
            <a:lvl7pPr defTabSz="914400"/>
            <a:lvl8pPr defTabSz="914400"/>
            <a:lvl9pPr defTabSz="914400"/>
          </a:lstStyle>
          <a:p>
            <a:pPr marL="0" lvl="0" indent="0">
              <a:buNone/>
              <a:defRPr/>
            </a:pPr>
            <a:r>
              <a:rPr lang="en-US" dirty="0">
                <a:solidFill>
                  <a:srgbClr val="414141"/>
                </a:solidFill>
              </a:rPr>
              <a:t>Improved lead-to-member conversion tracking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srgbClr val="414141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41" name="Google Shape;733;p66">
            <a:extLst>
              <a:ext uri="{FF2B5EF4-FFF2-40B4-BE49-F238E27FC236}">
                <a16:creationId xmlns:a16="http://schemas.microsoft.com/office/drawing/2014/main" id="{FD439893-C1FF-AC19-0489-6937ED91573F}"/>
              </a:ext>
            </a:extLst>
          </p:cNvPr>
          <p:cNvSpPr/>
          <p:nvPr/>
        </p:nvSpPr>
        <p:spPr>
          <a:xfrm rot="10800000">
            <a:off x="5055995" y="5707100"/>
            <a:ext cx="282254" cy="324423"/>
          </a:xfrm>
          <a:prstGeom prst="downArrow">
            <a:avLst>
              <a:gd name="adj1" fmla="val 32638"/>
              <a:gd name="adj2" fmla="val 58016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B4D0A"/>
              </a:buClr>
              <a:buSzPts val="1400"/>
              <a:buFontTx/>
              <a:buNone/>
              <a:tabLst/>
              <a:defRPr/>
            </a:pP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 Light" panose="020F0302020204030204"/>
              <a:ea typeface="Arial"/>
              <a:cs typeface="Arial"/>
              <a:sym typeface="Arial"/>
            </a:endParaRPr>
          </a:p>
        </p:txBody>
      </p:sp>
      <p:sp>
        <p:nvSpPr>
          <p:cNvPr id="42" name="Google Shape;733;p66">
            <a:extLst>
              <a:ext uri="{FF2B5EF4-FFF2-40B4-BE49-F238E27FC236}">
                <a16:creationId xmlns:a16="http://schemas.microsoft.com/office/drawing/2014/main" id="{B2684CA8-6FF8-4A42-68A5-AADB57999174}"/>
              </a:ext>
            </a:extLst>
          </p:cNvPr>
          <p:cNvSpPr/>
          <p:nvPr/>
        </p:nvSpPr>
        <p:spPr>
          <a:xfrm rot="10632399">
            <a:off x="6898914" y="5707101"/>
            <a:ext cx="282254" cy="324423"/>
          </a:xfrm>
          <a:prstGeom prst="downArrow">
            <a:avLst>
              <a:gd name="adj1" fmla="val 32638"/>
              <a:gd name="adj2" fmla="val 58016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B4D0A"/>
              </a:buClr>
              <a:buSzPts val="1400"/>
              <a:buFontTx/>
              <a:buNone/>
              <a:tabLst/>
              <a:defRPr/>
            </a:pP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 Light" panose="020F0302020204030204"/>
              <a:ea typeface="Arial"/>
              <a:cs typeface="Arial"/>
              <a:sym typeface="Arial"/>
            </a:endParaRPr>
          </a:p>
        </p:txBody>
      </p:sp>
      <p:pic>
        <p:nvPicPr>
          <p:cNvPr id="43" name="Picture 6" descr="See related image detail. Creative idea - Free business icons">
            <a:extLst>
              <a:ext uri="{FF2B5EF4-FFF2-40B4-BE49-F238E27FC236}">
                <a16:creationId xmlns:a16="http://schemas.microsoft.com/office/drawing/2014/main" id="{3A50DAED-07F4-86DC-4685-EEE972C18A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3100" y="3320943"/>
            <a:ext cx="380204" cy="467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5" name="Rectangle 94">
            <a:extLst>
              <a:ext uri="{FF2B5EF4-FFF2-40B4-BE49-F238E27FC236}">
                <a16:creationId xmlns:a16="http://schemas.microsoft.com/office/drawing/2014/main" id="{7BA6FF94-8C07-5C3F-C4C1-3FFEF3CF49B8}"/>
              </a:ext>
            </a:extLst>
          </p:cNvPr>
          <p:cNvSpPr/>
          <p:nvPr/>
        </p:nvSpPr>
        <p:spPr>
          <a:xfrm>
            <a:off x="3016988" y="1950843"/>
            <a:ext cx="5830284" cy="3101784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Google Shape;736;p66">
            <a:extLst>
              <a:ext uri="{FF2B5EF4-FFF2-40B4-BE49-F238E27FC236}">
                <a16:creationId xmlns:a16="http://schemas.microsoft.com/office/drawing/2014/main" id="{B716ECEF-4C14-283B-297C-3C02C728DD9B}"/>
              </a:ext>
            </a:extLst>
          </p:cNvPr>
          <p:cNvSpPr txBox="1"/>
          <p:nvPr/>
        </p:nvSpPr>
        <p:spPr>
          <a:xfrm>
            <a:off x="7175697" y="5574278"/>
            <a:ext cx="1627769" cy="49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>
            <a:defPPr>
              <a:defRPr lang="en-US"/>
            </a:defPPr>
            <a:lvl1pPr marR="0" lvl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1100"/>
              <a:buFontTx/>
              <a:buNone/>
              <a:tabLst/>
              <a:defRPr sz="1300">
                <a:solidFill>
                  <a:schemeClr val="accent2"/>
                </a:solidFill>
                <a:latin typeface="Calibri Light" panose="020F0302020204030204"/>
              </a:defRPr>
            </a:lvl1pPr>
            <a:lvl2pPr defTabSz="914400"/>
            <a:lvl3pPr defTabSz="914400"/>
            <a:lvl4pPr defTabSz="914400"/>
            <a:lvl5pPr defTabSz="914400"/>
            <a:lvl6pPr defTabSz="914400"/>
            <a:lvl7pPr defTabSz="914400"/>
            <a:lvl8pPr defTabSz="914400"/>
            <a:lvl9pPr defTabSz="914400"/>
          </a:lstStyle>
          <a:p>
            <a:pPr lvl="0">
              <a:defRPr/>
            </a:pPr>
            <a:r>
              <a:rPr lang="en-US" dirty="0">
                <a:solidFill>
                  <a:srgbClr val="414141"/>
                </a:solidFill>
              </a:rPr>
              <a:t>Faster onboarding for new sales use cases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srgbClr val="414141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FC422D4-56E0-12D8-9FEB-3DDBF30C6610}"/>
              </a:ext>
            </a:extLst>
          </p:cNvPr>
          <p:cNvSpPr txBox="1"/>
          <p:nvPr/>
        </p:nvSpPr>
        <p:spPr>
          <a:xfrm>
            <a:off x="3098800" y="2006882"/>
            <a:ext cx="559671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solidFill>
                  <a:schemeClr val="tx2"/>
                </a:solidFill>
              </a:rPr>
              <a:t>Lead-to-Enroll Workflow</a:t>
            </a:r>
          </a:p>
          <a:p>
            <a:r>
              <a:rPr lang="en-US" sz="1050" dirty="0">
                <a:solidFill>
                  <a:schemeClr val="tx2"/>
                </a:solidFill>
              </a:rPr>
              <a:t>Leads → Appointments → Plan Selection → Eligibility Check → Enrollment → Member</a:t>
            </a:r>
          </a:p>
          <a:p>
            <a:endParaRPr lang="en-US" sz="1050" dirty="0">
              <a:solidFill>
                <a:schemeClr val="tx2"/>
              </a:solidFill>
            </a:endParaRPr>
          </a:p>
          <a:p>
            <a:r>
              <a:rPr lang="en-US" sz="1050" b="1" dirty="0">
                <a:solidFill>
                  <a:schemeClr val="tx2"/>
                </a:solidFill>
              </a:rPr>
              <a:t>How It Works</a:t>
            </a:r>
          </a:p>
          <a:p>
            <a:endParaRPr lang="en-US" sz="1050" dirty="0">
              <a:solidFill>
                <a:schemeClr val="tx2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tx2"/>
                </a:solidFill>
              </a:rPr>
              <a:t>Agents manage leads through a structured lifecycle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tx2"/>
                </a:solidFill>
              </a:rPr>
              <a:t>Plans are filtered based on geography, eligibility, and member needs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tx2"/>
                </a:solidFill>
              </a:rPr>
              <a:t>Enrollment is guided through a multi-step workflow with validation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tx2"/>
                </a:solidFill>
              </a:rPr>
              <a:t>Data flows into real-time dashboards for monitoring and optimization</a:t>
            </a:r>
          </a:p>
          <a:p>
            <a:endParaRPr lang="en-US" sz="1050" dirty="0">
              <a:solidFill>
                <a:schemeClr val="tx2"/>
              </a:solidFill>
            </a:endParaRPr>
          </a:p>
          <a:p>
            <a:r>
              <a:rPr lang="en-US" sz="1050" b="1" dirty="0">
                <a:solidFill>
                  <a:schemeClr val="tx2"/>
                </a:solidFill>
              </a:rPr>
              <a:t>Platform Architecture</a:t>
            </a:r>
          </a:p>
          <a:p>
            <a:endParaRPr lang="en-US" sz="1050" dirty="0">
              <a:solidFill>
                <a:schemeClr val="tx2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tx2"/>
                </a:solidFill>
              </a:rPr>
              <a:t>Web &amp; Mobile Responsive Application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tx2"/>
                </a:solidFill>
              </a:rPr>
              <a:t>Modular components for leads, plans, enrollment, and analytics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tx2"/>
                </a:solidFill>
              </a:rPr>
              <a:t>Role-based access and configurable business rules</a:t>
            </a:r>
          </a:p>
          <a:p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1744837214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1_Office Theme">
  <a:themeElements>
    <a:clrScheme name="EXL 3">
      <a:dk1>
        <a:srgbClr val="FB4D0A"/>
      </a:dk1>
      <a:lt1>
        <a:srgbClr val="FFFFFF"/>
      </a:lt1>
      <a:dk2>
        <a:srgbClr val="000000"/>
      </a:dk2>
      <a:lt2>
        <a:srgbClr val="FFFFFF"/>
      </a:lt2>
      <a:accent1>
        <a:srgbClr val="FB4E0B"/>
      </a:accent1>
      <a:accent2>
        <a:srgbClr val="414141"/>
      </a:accent2>
      <a:accent3>
        <a:srgbClr val="808080"/>
      </a:accent3>
      <a:accent4>
        <a:srgbClr val="ABABAB"/>
      </a:accent4>
      <a:accent5>
        <a:srgbClr val="DBDBDB"/>
      </a:accent5>
      <a:accent6>
        <a:srgbClr val="E6E6E6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XL Powerpoint Template.potx" id="{CC936F0B-DDD6-49FB-B2F8-B92717F0D3BF}" vid="{1730A787-517B-43B9-998C-145473EC6FE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436</TotalTime>
  <Words>307</Words>
  <Application>Microsoft Office PowerPoint</Application>
  <PresentationFormat>Widescreen</PresentationFormat>
  <Paragraphs>57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STKaiti</vt:lpstr>
      <vt:lpstr>Aptos</vt:lpstr>
      <vt:lpstr>Arial</vt:lpstr>
      <vt:lpstr>Calibri</vt:lpstr>
      <vt:lpstr>Calibri Light</vt:lpstr>
      <vt:lpstr>System Font Regular</vt:lpstr>
      <vt:lpstr>1_Office Theme</vt:lpstr>
      <vt:lpstr>Sales Enablement Platform         Designed to support scalable, multi-client health insurance sales operations</vt:lpstr>
      <vt:lpstr>PowerPoint Presentation</vt:lpstr>
      <vt:lpstr>Sales Enablement Platform – Medicare Sales Solution</vt:lpstr>
    </vt:vector>
  </TitlesOfParts>
  <Company>EXLService I Pvt 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Sai Santhosh</dc:creator>
  <cp:lastModifiedBy>Sai Santhosh</cp:lastModifiedBy>
  <cp:revision>7</cp:revision>
  <dcterms:created xsi:type="dcterms:W3CDTF">2024-03-11T13:35:34Z</dcterms:created>
  <dcterms:modified xsi:type="dcterms:W3CDTF">2026-01-06T09:35:50Z</dcterms:modified>
</cp:coreProperties>
</file>