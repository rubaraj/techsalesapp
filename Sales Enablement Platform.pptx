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Enablement Platform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0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Medicare Sales Enablement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74552" cy="594360"/>
          </a:xfrm>
          <a:prstGeom prst="rect">
            <a:avLst>
              <a:gd name="adj" fmla="val 12308"/>
            </a:avLst>
          </a:prstGeom>
          <a:solidFill>
            <a:srgbClr val="FFF4EE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271016"/>
            <a:ext cx="109087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full-featured Medicare sales enablement platform that manages the end-to-end lifecycle — from lead intake and plan comparison through enrollment and member servicing. Agents browse 80+ Medicare plans, tag drugs, pharmacies, and providers, check eligibility, and enroll beneficiaries — all in one application. On top of this, an embedded AI copilot works alongside the agent in real time: auto-filling forms from live conversations, surfacing plan information proactively, detecting compliance risks, and automating post-call workflows.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602736" cy="4526280"/>
          </a:xfrm>
          <a:prstGeom prst="rect">
            <a:avLst>
              <a:gd name="adj" fmla="val 2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57400"/>
            <a:ext cx="3602736" cy="411480"/>
          </a:xfrm>
          <a:prstGeom prst="rect">
            <a:avLst>
              <a:gd name="adj" fmla="val 22222"/>
            </a:avLst>
          </a:prstGeom>
          <a:solidFill>
            <a:srgbClr val="0E749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286000"/>
            <a:ext cx="3602736" cy="1828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103120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Features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0604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Management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78892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lifecycle tracking with multi-field filtering, debounced search, and lead autocomplete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15468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Browsing &amp; Comparison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3756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Medicare plans across 5 carriers with side-by-side comparison, star ratings, and benefit breakdowns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70332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/ Pharmacy / Provider Search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8620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Formulary lookup with tier &amp; copay, distance-based pharmacy finder, provider network status checks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5196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Workflow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43484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guided enrollment: year selection → plan selection → form → review → submit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80060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Portal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98348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login, plan details, enrollment history, carrier-branded theming (Aetna/Humana)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34924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RBAC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53212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User/role/department management, permission-based access control, productivity dashboards, sales targets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89788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08076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assistance (LIS), plan subsidy validation, automatic age-based eligibility rules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88536" y="2057400"/>
            <a:ext cx="3602736" cy="4526280"/>
          </a:xfrm>
          <a:prstGeom prst="rect">
            <a:avLst>
              <a:gd name="adj" fmla="val 2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88536" y="2057400"/>
            <a:ext cx="3602736" cy="411480"/>
          </a:xfrm>
          <a:prstGeom prst="rect">
            <a:avLst>
              <a:gd name="adj" fmla="val 22222"/>
            </a:avLst>
          </a:prstGeom>
          <a:solidFill>
            <a:srgbClr val="FB4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4288536" y="2286000"/>
            <a:ext cx="3602736" cy="182880"/>
          </a:xfrm>
          <a:prstGeom prst="rect">
            <a:avLst/>
          </a:prstGeom>
          <a:solidFill>
            <a:srgbClr val="FB4E0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425696" y="2103120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Features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471416" y="260604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Call Copilot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471416" y="278892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 panel with real-time entity extraction — auto-fills lead forms from speech (name, DOB, zip, meds)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471416" y="315468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Knowledge Surfacing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471416" y="333756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prospect questions ("What is CSNP?") and shows instant explanations with links to relevant plans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4471416" y="370332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Compliance Monitoring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471416" y="388620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live conversations for regulatory risks and flags potential violations with corrective guidance before they become issues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4471416" y="425196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Plan Search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471416" y="443484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search in plain English ("low-premium HMO in Miami with dental") — hybrid vector + BM25 retrieval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4471416" y="480060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Prospect Training Simulator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471416" y="498348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practice sales calls against AI-powered prospect personas with configurable voices, objections, and scoring feedback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471416" y="534924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Analysis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471416" y="553212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plan cost comparison and savings calculation across drug coverage, premiums, and out-of-pocket expenses for prospects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119872" y="2057400"/>
            <a:ext cx="3602736" cy="4526280"/>
          </a:xfrm>
          <a:prstGeom prst="rect">
            <a:avLst>
              <a:gd name="adj" fmla="val 2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119872" y="2057400"/>
            <a:ext cx="3602736" cy="411480"/>
          </a:xfrm>
          <a:prstGeom prst="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43" name="Shape 41"/>
          <p:cNvSpPr/>
          <p:nvPr/>
        </p:nvSpPr>
        <p:spPr>
          <a:xfrm>
            <a:off x="8119872" y="2286000"/>
            <a:ext cx="3602736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257032" y="2103120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8302752" y="260604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8302752" y="2779776"/>
            <a:ext cx="3236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 5.9 · Vite 7 · Tailwind CSS 4.1 · React Router DOM 7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8302752" y="326440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302752" y="3438144"/>
            <a:ext cx="3236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 · Express 5 · TypeScript · Pino logging · Helmet · Rate limiting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8302752" y="3922776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8302752" y="4096512"/>
            <a:ext cx="3236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(primary) · JSON fallback · Databricks (enterprise) · Triple-repo pattern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8302752" y="4581144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Stack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8302752" y="4754880"/>
            <a:ext cx="3236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1.3 · LangGraph 1.2 · Anthropic Claude · Ollama · Qdrant vector DB · BM25 hybrid retrieval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8302752" y="523951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Real-Time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302752" y="5413248"/>
            <a:ext cx="3236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(browser STT) · Twilio programmable voice · Deepgram streaming · SSE for live updates · WebSocket media streams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8302752" y="589788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Architecture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8302752" y="6071616"/>
            <a:ext cx="3236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ReAct agents · 6+ tool-calling agents · Structured output parsing · Audit logging · Provider switch (Claude / Ollama)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54864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EXL Service  |  Medicare Sales Enablement Platform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2026-08-31T21:52:37Z</dcterms:created>
  <dcterms:modified xsi:type="dcterms:W3CDTF">2026-08-31T21:52:37Z</dcterms:modified>
</cp:coreProperties>
</file>