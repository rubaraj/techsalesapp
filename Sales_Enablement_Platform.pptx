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Hub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Enablement Platform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Demo Presentation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Flow: Agent  &gt;  Admin  &gt;  Member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5C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Medicare Hub?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4119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Health — Medicare 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4119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tools — agents juggle CRMs, spreadsheets, and carrier portals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integrated eligibility checks (Medicaid/LIS) during plan selection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side-by-side plan comparison across carriers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analytics on agent performance or enrollment funnel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member self-service — every query needs an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platform: lead capture to enrollment submission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Medicaid &amp; LIS eligibility engine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Multi-carrier side-by-side comparison with YOY impact badges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&amp; admin analytics dashboards with target management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member portal with plan details &amp; appointment tracking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840480"/>
            <a:ext cx="841248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Users: </a:t>
            </a:r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who wants to sell health insurance and create analytics out of the data generated.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4119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Health — Medicare 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4119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697480" cy="2926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97280"/>
            <a:ext cx="2697480" cy="54864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9" name="Shape 7"/>
          <p:cNvSpPr/>
          <p:nvPr/>
        </p:nvSpPr>
        <p:spPr>
          <a:xfrm>
            <a:off x="1394460" y="1325880"/>
            <a:ext cx="548640" cy="54864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10" name="Text 8"/>
          <p:cNvSpPr/>
          <p:nvPr/>
        </p:nvSpPr>
        <p:spPr>
          <a:xfrm>
            <a:off x="13944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Lead-to-Enroll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funnel from lead capture through SOA, eligibility, plan comparison, and enrollment submission.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697480" cy="2926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97280"/>
            <a:ext cx="2697480" cy="54864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15" name="Shape 13"/>
          <p:cNvSpPr/>
          <p:nvPr/>
        </p:nvSpPr>
        <p:spPr>
          <a:xfrm>
            <a:off x="4320540" y="1325880"/>
            <a:ext cx="548640" cy="54864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16" name="Text 14"/>
          <p:cNvSpPr/>
          <p:nvPr/>
        </p:nvSpPr>
        <p:spPr>
          <a:xfrm>
            <a:off x="43205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RBAC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KPIs, admin productivity dashboards, target management, and granular role-based access control.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097280"/>
            <a:ext cx="2697480" cy="2926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097280"/>
            <a:ext cx="2697480" cy="54864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21" name="Shape 19"/>
          <p:cNvSpPr/>
          <p:nvPr/>
        </p:nvSpPr>
        <p:spPr>
          <a:xfrm>
            <a:off x="7246620" y="1325880"/>
            <a:ext cx="548640" cy="54864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22" name="Text 20"/>
          <p:cNvSpPr/>
          <p:nvPr/>
        </p:nvSpPr>
        <p:spPr>
          <a:xfrm>
            <a:off x="72466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0" y="20116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2834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member portal with plan details, benefits view, enrollment history, and appointment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4119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Health — Medicare 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4119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64008" cy="160020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Sales Workflow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funnel from lead capture through enrollment submission, including SOA scheduling, plan briefing kits, and eligibility checks — all in one platform.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05840"/>
            <a:ext cx="64008" cy="160020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143000"/>
            <a:ext cx="365760" cy="36576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Plan Discovery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600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filtered dynamically by lead's zip code, state, and county. Agents only see geographically relevant plans dynamically loaded from the backend.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402336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88920"/>
            <a:ext cx="64008" cy="160020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Eligibility Check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Medicaid eligibility check (Full/QMB/SLMB/QI) and LIS subsidy determination (Levels 1-4) with copay-level display for accurate DSNP/LIS placement.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402336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788920"/>
            <a:ext cx="64008" cy="160020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2926080"/>
            <a:ext cx="365760" cy="36576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Pharmacy, Drug &amp; Provider Tagging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383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tag pharmacies (max 3), drugs with dosage/qty/frequency (unlimited), and providers (max 5) per lead for precise plan matching.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(continued)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4119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Health — Medicare 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4119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64008" cy="160020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YOY Comparison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view (2024 vs 2025) with impact badges: Improved, Increased Cost, and Changed — helping agents proactively advise members on plan changes.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05840"/>
            <a:ext cx="64008" cy="160020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143000"/>
            <a:ext cx="365760" cy="36576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Self-Service Portal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6002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member login (Policy Number + DOB) with plan details, benefits, enrollment history, and upcoming appointments — no agent dependency required.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402336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88920"/>
            <a:ext cx="64008" cy="160020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Carrier-Aware Theming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dynamically adapts per carrier (Aetna purple, Humana green) with full light/dark mode support. White-label ready for any carrier or brokerage deployment.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4023360" cy="1600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788920"/>
            <a:ext cx="64008" cy="160020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2926080"/>
            <a:ext cx="365760" cy="36576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Analytics, Gamification &amp; Target Management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383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dashboards for enrollment analytics, agent performance tracking, gamification leaderboards, and configurable sales target management for team leads and admins.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Administration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4119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Health — Medicare 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4119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Insights 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KPIs: leads, enrollments, conversion rate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performance trend charts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appointments &amp; follow-ups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tracking per enrollment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Productivity Dashboard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agent performance table with drill-down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lead lifecycle funnel with counts &amp; percentages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breakdowns: commission splits, carrier revenue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management: daily/weekly/monthly/quarterly goals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RBAC: per-module, per-action permissions (view/create/edit/delete/export)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Sets Us Apart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4119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Health — Medicare 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4119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54864" cy="96012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Health Insurance Sales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307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ground-up for the enrollment lifecycle (AEP/OEP/SEP/IEP/ICEP) — not a retrofitted generic CRM.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02336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60120"/>
            <a:ext cx="54864" cy="96012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Eligibility + Plan Matching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307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Medicaid check, LIS determination, drug/pharmacy/provider tagging, and plan comparison in a single uninterrupted flow.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057400"/>
            <a:ext cx="402336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57400"/>
            <a:ext cx="54864" cy="96012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Per-Seat Licensing or Vendor Lock-In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4048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stack (React, Vite, Tailwind). No recurring SaaS fees, no carrier-specific dependencies. Full control over roadmap and data.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402336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057400"/>
            <a:ext cx="54864" cy="96012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Carrier-Agnostic Multi-Carrier 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4048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view across multiple carriers — agents compare all plans side-by-side in one interface with no vendor lock-in or per-seat licensing.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154680"/>
            <a:ext cx="402336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154680"/>
            <a:ext cx="54864" cy="96012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Sales Analytics &amp; Target Management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5021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dashboards with pre-built KPIs, visual lead funnels, financial reporting, and gamified target tracking — no custom SQL needed.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402336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154680"/>
            <a:ext cx="54864" cy="96012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Ready with Carrier Theming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5021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dynamically adapts per carrier context — deployable as a branded solution for any carrier or brokerage without UI rework.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 to Explore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4119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Health — Medicare 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44119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12344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54864" cy="12344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115568"/>
            <a:ext cx="320040" cy="32004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115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Agent Assist (RAG Pipeline)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508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call script generation, lead form auto-fill, note summarization, and next-best-action recommendations powered by LLM.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12344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05840"/>
            <a:ext cx="54864" cy="12344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115568"/>
            <a:ext cx="320040" cy="32004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115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1155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"Explain My Plan" for Members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508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natural language plan explanation — members ask questions like "Is my insulin covered?" and get plain-English answers.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4023360" cy="12344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423160"/>
            <a:ext cx="54864" cy="12344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532888"/>
            <a:ext cx="320040" cy="32004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5328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Backend &amp; Persistent Data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backend with database persistence for multi-user concurrent access, audit trails, and production-grade data integrity. Currently front end is running as serverless platform in Databricks.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4023360" cy="12344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423160"/>
            <a:ext cx="54864" cy="12344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2532888"/>
            <a:ext cx="320040" cy="32004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5328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Reporting &amp; Analytics Module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 reports, trend analysis over enrollment periods, carrier-level performance dashboards, and commission reconciliation.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3840480"/>
            <a:ext cx="4023360" cy="123444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0" y="3840480"/>
            <a:ext cx="54864" cy="1234440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0" y="3950208"/>
            <a:ext cx="320040" cy="320040"/>
          </a:xfrm>
          <a:prstGeom prst="ellipse">
            <a:avLst/>
          </a:prstGeom>
          <a:solidFill>
            <a:srgbClr val="E85C2B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0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154680" y="3950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&amp; Cloud-Ready Model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0" y="4343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cloud deployment for carriers, brokerages, and FMOs with configurable business rules per tenant.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E85C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Live Demo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Flow: Agent  &gt;  Admin  &gt;  Member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4389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85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5C2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Hub — Sales Enablement Platform</dc:title>
  <dc:subject>PptxGenJS Presentation</dc:subject>
  <dc:creator>EXL Health</dc:creator>
  <cp:lastModifiedBy>EXL Health</cp:lastModifiedBy>
  <cp:revision>1</cp:revision>
  <dcterms:created xsi:type="dcterms:W3CDTF">2026-04-29T03:57:25Z</dcterms:created>
  <dcterms:modified xsi:type="dcterms:W3CDTF">2026-04-29T03:57:25Z</dcterms:modified>
</cp:coreProperties>
</file>